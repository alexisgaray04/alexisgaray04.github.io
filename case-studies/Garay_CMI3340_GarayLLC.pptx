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6"/>
  </p:notesMasterIdLst>
  <p:sldIdLst>
    <p:sldId id="256" r:id="rId2"/>
    <p:sldId id="257" r:id="rId3"/>
    <p:sldId id="259" r:id="rId4"/>
    <p:sldId id="258" r:id="rId5"/>
    <p:sldId id="260" r:id="rId6"/>
    <p:sldId id="267" r:id="rId7"/>
    <p:sldId id="262" r:id="rId8"/>
    <p:sldId id="263" r:id="rId9"/>
    <p:sldId id="266" r:id="rId10"/>
    <p:sldId id="261" r:id="rId11"/>
    <p:sldId id="264" r:id="rId12"/>
    <p:sldId id="265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595B08-E6E4-4A3D-BA7D-7D963A7A19B7}" v="80" dt="2025-12-02T05:30:33.8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5" d="100"/>
          <a:sy n="65" d="100"/>
        </p:scale>
        <p:origin x="1330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is Garay" userId="b82287c38dd7e619" providerId="LiveId" clId="{D0DB6307-AE3B-4C30-BFBD-27F4BB322E20}"/>
    <pc:docChg chg="undo custSel addSld modSld sldOrd">
      <pc:chgData name="Alexis Garay" userId="b82287c38dd7e619" providerId="LiveId" clId="{D0DB6307-AE3B-4C30-BFBD-27F4BB322E20}" dt="2025-12-02T05:30:46.505" v="4689" actId="14100"/>
      <pc:docMkLst>
        <pc:docMk/>
      </pc:docMkLst>
      <pc:sldChg chg="addSp delSp modSp new mod">
        <pc:chgData name="Alexis Garay" userId="b82287c38dd7e619" providerId="LiveId" clId="{D0DB6307-AE3B-4C30-BFBD-27F4BB322E20}" dt="2025-12-02T05:30:33.820" v="4688" actId="16037"/>
        <pc:sldMkLst>
          <pc:docMk/>
          <pc:sldMk cId="2159768856" sldId="256"/>
        </pc:sldMkLst>
        <pc:spChg chg="mod">
          <ac:chgData name="Alexis Garay" userId="b82287c38dd7e619" providerId="LiveId" clId="{D0DB6307-AE3B-4C30-BFBD-27F4BB322E20}" dt="2025-11-30T22:50:59.229" v="53" actId="1076"/>
          <ac:spMkLst>
            <pc:docMk/>
            <pc:sldMk cId="2159768856" sldId="256"/>
            <ac:spMk id="2" creationId="{D1EA2D43-6CDF-F3F7-517A-DF7BE1967540}"/>
          </ac:spMkLst>
        </pc:spChg>
        <pc:spChg chg="mod">
          <ac:chgData name="Alexis Garay" userId="b82287c38dd7e619" providerId="LiveId" clId="{D0DB6307-AE3B-4C30-BFBD-27F4BB322E20}" dt="2025-12-02T05:30:33.820" v="4688" actId="16037"/>
          <ac:spMkLst>
            <pc:docMk/>
            <pc:sldMk cId="2159768856" sldId="256"/>
            <ac:spMk id="3" creationId="{1D6B5AC1-8E65-01F7-151E-70E345023404}"/>
          </ac:spMkLst>
        </pc:spChg>
        <pc:spChg chg="add mod">
          <ac:chgData name="Alexis Garay" userId="b82287c38dd7e619" providerId="LiveId" clId="{D0DB6307-AE3B-4C30-BFBD-27F4BB322E20}" dt="2025-11-30T23:16:36.749" v="480" actId="1076"/>
          <ac:spMkLst>
            <pc:docMk/>
            <pc:sldMk cId="2159768856" sldId="256"/>
            <ac:spMk id="10" creationId="{2B361E92-59A1-681D-6CD0-5383B16BD6D4}"/>
          </ac:spMkLst>
        </pc:spChg>
        <pc:picChg chg="add mod">
          <ac:chgData name="Alexis Garay" userId="b82287c38dd7e619" providerId="LiveId" clId="{D0DB6307-AE3B-4C30-BFBD-27F4BB322E20}" dt="2025-11-30T22:58:11.510" v="56" actId="16037"/>
          <ac:picMkLst>
            <pc:docMk/>
            <pc:sldMk cId="2159768856" sldId="256"/>
            <ac:picMk id="4" creationId="{8418DE47-A3DA-CFED-23EE-1EBF647053E6}"/>
          </ac:picMkLst>
        </pc:picChg>
        <pc:picChg chg="add mod">
          <ac:chgData name="Alexis Garay" userId="b82287c38dd7e619" providerId="LiveId" clId="{D0DB6307-AE3B-4C30-BFBD-27F4BB322E20}" dt="2025-11-30T23:51:26.019" v="1831" actId="1076"/>
          <ac:picMkLst>
            <pc:docMk/>
            <pc:sldMk cId="2159768856" sldId="256"/>
            <ac:picMk id="5" creationId="{96732938-A68B-BF68-4859-418F80B031C5}"/>
          </ac:picMkLst>
        </pc:picChg>
        <pc:picChg chg="add mod ord">
          <ac:chgData name="Alexis Garay" userId="b82287c38dd7e619" providerId="LiveId" clId="{D0DB6307-AE3B-4C30-BFBD-27F4BB322E20}" dt="2025-12-01T03:34:35.249" v="3051" actId="167"/>
          <ac:picMkLst>
            <pc:docMk/>
            <pc:sldMk cId="2159768856" sldId="256"/>
            <ac:picMk id="9" creationId="{8E56F785-3631-E207-1403-3DA3514A65FD}"/>
          </ac:picMkLst>
        </pc:picChg>
      </pc:sldChg>
      <pc:sldChg chg="addSp modSp new mod">
        <pc:chgData name="Alexis Garay" userId="b82287c38dd7e619" providerId="LiveId" clId="{D0DB6307-AE3B-4C30-BFBD-27F4BB322E20}" dt="2025-11-30T23:51:22.372" v="1830" actId="1076"/>
        <pc:sldMkLst>
          <pc:docMk/>
          <pc:sldMk cId="1208354541" sldId="257"/>
        </pc:sldMkLst>
        <pc:spChg chg="mod">
          <ac:chgData name="Alexis Garay" userId="b82287c38dd7e619" providerId="LiveId" clId="{D0DB6307-AE3B-4C30-BFBD-27F4BB322E20}" dt="2025-11-30T23:08:28.564" v="122" actId="20577"/>
          <ac:spMkLst>
            <pc:docMk/>
            <pc:sldMk cId="1208354541" sldId="257"/>
            <ac:spMk id="2" creationId="{92D0C1AD-A633-DB70-B45D-6C7E7512D983}"/>
          </ac:spMkLst>
        </pc:spChg>
        <pc:spChg chg="mod">
          <ac:chgData name="Alexis Garay" userId="b82287c38dd7e619" providerId="LiveId" clId="{D0DB6307-AE3B-4C30-BFBD-27F4BB322E20}" dt="2025-11-30T23:13:12.037" v="421" actId="20577"/>
          <ac:spMkLst>
            <pc:docMk/>
            <pc:sldMk cId="1208354541" sldId="257"/>
            <ac:spMk id="3" creationId="{06445811-3F1B-4B87-7215-9038690A53CD}"/>
          </ac:spMkLst>
        </pc:spChg>
        <pc:spChg chg="add mod">
          <ac:chgData name="Alexis Garay" userId="b82287c38dd7e619" providerId="LiveId" clId="{D0DB6307-AE3B-4C30-BFBD-27F4BB322E20}" dt="2025-11-30T23:49:09.588" v="1789" actId="1076"/>
          <ac:spMkLst>
            <pc:docMk/>
            <pc:sldMk cId="1208354541" sldId="257"/>
            <ac:spMk id="9" creationId="{9514B1B0-A23B-1AED-A281-390B985A60F2}"/>
          </ac:spMkLst>
        </pc:spChg>
        <pc:picChg chg="add mod ord">
          <ac:chgData name="Alexis Garay" userId="b82287c38dd7e619" providerId="LiveId" clId="{D0DB6307-AE3B-4C30-BFBD-27F4BB322E20}" dt="2025-11-30T23:19:05.420" v="491" actId="1076"/>
          <ac:picMkLst>
            <pc:docMk/>
            <pc:sldMk cId="1208354541" sldId="257"/>
            <ac:picMk id="5" creationId="{0F30A700-2B1B-EA3F-5ABC-A7C144D89A0D}"/>
          </ac:picMkLst>
        </pc:picChg>
        <pc:picChg chg="add mod">
          <ac:chgData name="Alexis Garay" userId="b82287c38dd7e619" providerId="LiveId" clId="{D0DB6307-AE3B-4C30-BFBD-27F4BB322E20}" dt="2025-11-30T23:51:22.372" v="1830" actId="1076"/>
          <ac:picMkLst>
            <pc:docMk/>
            <pc:sldMk cId="1208354541" sldId="257"/>
            <ac:picMk id="6" creationId="{D13D8993-D433-3D54-0D98-60E918BB5685}"/>
          </ac:picMkLst>
        </pc:picChg>
        <pc:picChg chg="add mod">
          <ac:chgData name="Alexis Garay" userId="b82287c38dd7e619" providerId="LiveId" clId="{D0DB6307-AE3B-4C30-BFBD-27F4BB322E20}" dt="2025-11-30T23:19:34.584" v="496" actId="14100"/>
          <ac:picMkLst>
            <pc:docMk/>
            <pc:sldMk cId="1208354541" sldId="257"/>
            <ac:picMk id="8" creationId="{BBB23B02-DA83-F6C5-0B75-7C8A3F943F8D}"/>
          </ac:picMkLst>
        </pc:picChg>
      </pc:sldChg>
      <pc:sldChg chg="addSp modSp new mod">
        <pc:chgData name="Alexis Garay" userId="b82287c38dd7e619" providerId="LiveId" clId="{D0DB6307-AE3B-4C30-BFBD-27F4BB322E20}" dt="2025-12-01T03:58:23.109" v="4137" actId="27636"/>
        <pc:sldMkLst>
          <pc:docMk/>
          <pc:sldMk cId="2863000771" sldId="258"/>
        </pc:sldMkLst>
        <pc:spChg chg="mod">
          <ac:chgData name="Alexis Garay" userId="b82287c38dd7e619" providerId="LiveId" clId="{D0DB6307-AE3B-4C30-BFBD-27F4BB322E20}" dt="2025-11-30T23:21:35.260" v="512" actId="122"/>
          <ac:spMkLst>
            <pc:docMk/>
            <pc:sldMk cId="2863000771" sldId="258"/>
            <ac:spMk id="2" creationId="{186E2B34-68D9-BCBD-DC2E-AAAF34145375}"/>
          </ac:spMkLst>
        </pc:spChg>
        <pc:spChg chg="mod">
          <ac:chgData name="Alexis Garay" userId="b82287c38dd7e619" providerId="LiveId" clId="{D0DB6307-AE3B-4C30-BFBD-27F4BB322E20}" dt="2025-12-01T03:58:23.109" v="4137" actId="27636"/>
          <ac:spMkLst>
            <pc:docMk/>
            <pc:sldMk cId="2863000771" sldId="258"/>
            <ac:spMk id="3" creationId="{75ECA141-4F8F-8F32-EED2-5F4A83560529}"/>
          </ac:spMkLst>
        </pc:spChg>
        <pc:spChg chg="add mod">
          <ac:chgData name="Alexis Garay" userId="b82287c38dd7e619" providerId="LiveId" clId="{D0DB6307-AE3B-4C30-BFBD-27F4BB322E20}" dt="2025-11-30T23:48:27.079" v="1767" actId="1076"/>
          <ac:spMkLst>
            <pc:docMk/>
            <pc:sldMk cId="2863000771" sldId="258"/>
            <ac:spMk id="8" creationId="{92892FE9-BABE-D054-D961-D18D3918948A}"/>
          </ac:spMkLst>
        </pc:spChg>
        <pc:picChg chg="add mod ord">
          <ac:chgData name="Alexis Garay" userId="b82287c38dd7e619" providerId="LiveId" clId="{D0DB6307-AE3B-4C30-BFBD-27F4BB322E20}" dt="2025-11-30T23:51:14.619" v="1827" actId="1076"/>
          <ac:picMkLst>
            <pc:docMk/>
            <pc:sldMk cId="2863000771" sldId="258"/>
            <ac:picMk id="4" creationId="{37D2B5C1-0227-7468-58F5-D46F8A183B05}"/>
          </ac:picMkLst>
        </pc:picChg>
        <pc:picChg chg="add mod">
          <ac:chgData name="Alexis Garay" userId="b82287c38dd7e619" providerId="LiveId" clId="{D0DB6307-AE3B-4C30-BFBD-27F4BB322E20}" dt="2025-11-30T23:21:20.606" v="510"/>
          <ac:picMkLst>
            <pc:docMk/>
            <pc:sldMk cId="2863000771" sldId="258"/>
            <ac:picMk id="5" creationId="{7DC5E8E5-037A-0109-0AD4-B5F4940AA14E}"/>
          </ac:picMkLst>
        </pc:picChg>
        <pc:picChg chg="add mod">
          <ac:chgData name="Alexis Garay" userId="b82287c38dd7e619" providerId="LiveId" clId="{D0DB6307-AE3B-4C30-BFBD-27F4BB322E20}" dt="2025-11-30T23:47:51.589" v="1745" actId="14100"/>
          <ac:picMkLst>
            <pc:docMk/>
            <pc:sldMk cId="2863000771" sldId="258"/>
            <ac:picMk id="7" creationId="{DFE76CC7-1948-DDA2-8CEA-1CE8EBD92D6B}"/>
          </ac:picMkLst>
        </pc:picChg>
      </pc:sldChg>
      <pc:sldChg chg="addSp modSp new mod">
        <pc:chgData name="Alexis Garay" userId="b82287c38dd7e619" providerId="LiveId" clId="{D0DB6307-AE3B-4C30-BFBD-27F4BB322E20}" dt="2025-12-01T03:41:57.771" v="3458" actId="20577"/>
        <pc:sldMkLst>
          <pc:docMk/>
          <pc:sldMk cId="2604497535" sldId="259"/>
        </pc:sldMkLst>
        <pc:spChg chg="mod">
          <ac:chgData name="Alexis Garay" userId="b82287c38dd7e619" providerId="LiveId" clId="{D0DB6307-AE3B-4C30-BFBD-27F4BB322E20}" dt="2025-12-01T03:41:14.015" v="3432" actId="20577"/>
          <ac:spMkLst>
            <pc:docMk/>
            <pc:sldMk cId="2604497535" sldId="259"/>
            <ac:spMk id="2" creationId="{9736B54A-5689-C980-A3D0-0B776DA8E392}"/>
          </ac:spMkLst>
        </pc:spChg>
        <pc:spChg chg="mod">
          <ac:chgData name="Alexis Garay" userId="b82287c38dd7e619" providerId="LiveId" clId="{D0DB6307-AE3B-4C30-BFBD-27F4BB322E20}" dt="2025-12-01T03:41:57.771" v="3458" actId="20577"/>
          <ac:spMkLst>
            <pc:docMk/>
            <pc:sldMk cId="2604497535" sldId="259"/>
            <ac:spMk id="3" creationId="{20CFA0D0-C86F-0DE2-9F70-154AA76BA5D9}"/>
          </ac:spMkLst>
        </pc:spChg>
        <pc:picChg chg="add mod">
          <ac:chgData name="Alexis Garay" userId="b82287c38dd7e619" providerId="LiveId" clId="{D0DB6307-AE3B-4C30-BFBD-27F4BB322E20}" dt="2025-11-30T23:51:18.832" v="1828" actId="1076"/>
          <ac:picMkLst>
            <pc:docMk/>
            <pc:sldMk cId="2604497535" sldId="259"/>
            <ac:picMk id="5" creationId="{57F3A0F3-6CC8-ED5E-E405-E19808E1EA96}"/>
          </ac:picMkLst>
        </pc:picChg>
        <pc:picChg chg="add mod">
          <ac:chgData name="Alexis Garay" userId="b82287c38dd7e619" providerId="LiveId" clId="{D0DB6307-AE3B-4C30-BFBD-27F4BB322E20}" dt="2025-11-30T23:29:26.344" v="1108"/>
          <ac:picMkLst>
            <pc:docMk/>
            <pc:sldMk cId="2604497535" sldId="259"/>
            <ac:picMk id="6" creationId="{E936B560-B767-2A9B-CE89-BB5B36DCCAD0}"/>
          </ac:picMkLst>
        </pc:picChg>
      </pc:sldChg>
      <pc:sldChg chg="addSp modSp new mod ord">
        <pc:chgData name="Alexis Garay" userId="b82287c38dd7e619" providerId="LiveId" clId="{D0DB6307-AE3B-4C30-BFBD-27F4BB322E20}" dt="2025-12-01T03:58:38.344" v="4149"/>
        <pc:sldMkLst>
          <pc:docMk/>
          <pc:sldMk cId="4044234061" sldId="260"/>
        </pc:sldMkLst>
        <pc:spChg chg="mod">
          <ac:chgData name="Alexis Garay" userId="b82287c38dd7e619" providerId="LiveId" clId="{D0DB6307-AE3B-4C30-BFBD-27F4BB322E20}" dt="2025-12-01T03:37:37.558" v="3257" actId="20577"/>
          <ac:spMkLst>
            <pc:docMk/>
            <pc:sldMk cId="4044234061" sldId="260"/>
            <ac:spMk id="2" creationId="{B40510EA-0F0F-2715-A8BF-6A389704776A}"/>
          </ac:spMkLst>
        </pc:spChg>
        <pc:spChg chg="mod">
          <ac:chgData name="Alexis Garay" userId="b82287c38dd7e619" providerId="LiveId" clId="{D0DB6307-AE3B-4C30-BFBD-27F4BB322E20}" dt="2025-12-01T03:38:37.804" v="3330" actId="20577"/>
          <ac:spMkLst>
            <pc:docMk/>
            <pc:sldMk cId="4044234061" sldId="260"/>
            <ac:spMk id="3" creationId="{8EDD1F50-7BE5-067B-6AC6-C9C09067EDAA}"/>
          </ac:spMkLst>
        </pc:spChg>
        <pc:picChg chg="add mod">
          <ac:chgData name="Alexis Garay" userId="b82287c38dd7e619" providerId="LiveId" clId="{D0DB6307-AE3B-4C30-BFBD-27F4BB322E20}" dt="2025-11-30T23:51:33.764" v="1832"/>
          <ac:picMkLst>
            <pc:docMk/>
            <pc:sldMk cId="4044234061" sldId="260"/>
            <ac:picMk id="4" creationId="{DD0CAAC8-B4B0-F27B-6668-A4207F600FB7}"/>
          </ac:picMkLst>
        </pc:picChg>
        <pc:picChg chg="add mod">
          <ac:chgData name="Alexis Garay" userId="b82287c38dd7e619" providerId="LiveId" clId="{D0DB6307-AE3B-4C30-BFBD-27F4BB322E20}" dt="2025-11-30T23:51:37.838" v="1833"/>
          <ac:picMkLst>
            <pc:docMk/>
            <pc:sldMk cId="4044234061" sldId="260"/>
            <ac:picMk id="5" creationId="{DB7A3BE0-BF85-FB73-02C8-08D37C2DD73B}"/>
          </ac:picMkLst>
        </pc:picChg>
      </pc:sldChg>
      <pc:sldChg chg="addSp modSp new mod">
        <pc:chgData name="Alexis Garay" userId="b82287c38dd7e619" providerId="LiveId" clId="{D0DB6307-AE3B-4C30-BFBD-27F4BB322E20}" dt="2025-12-01T04:08:16.415" v="4687" actId="20577"/>
        <pc:sldMkLst>
          <pc:docMk/>
          <pc:sldMk cId="1308446805" sldId="261"/>
        </pc:sldMkLst>
        <pc:spChg chg="mod">
          <ac:chgData name="Alexis Garay" userId="b82287c38dd7e619" providerId="LiveId" clId="{D0DB6307-AE3B-4C30-BFBD-27F4BB322E20}" dt="2025-11-30T23:52:47.498" v="1839" actId="20577"/>
          <ac:spMkLst>
            <pc:docMk/>
            <pc:sldMk cId="1308446805" sldId="261"/>
            <ac:spMk id="2" creationId="{034E5282-999A-DB17-99C4-5C577B143310}"/>
          </ac:spMkLst>
        </pc:spChg>
        <pc:spChg chg="mod">
          <ac:chgData name="Alexis Garay" userId="b82287c38dd7e619" providerId="LiveId" clId="{D0DB6307-AE3B-4C30-BFBD-27F4BB322E20}" dt="2025-12-01T04:08:16.415" v="4687" actId="20577"/>
          <ac:spMkLst>
            <pc:docMk/>
            <pc:sldMk cId="1308446805" sldId="261"/>
            <ac:spMk id="3" creationId="{03F32D0F-1511-7D60-B03A-155DD61325FB}"/>
          </ac:spMkLst>
        </pc:spChg>
        <pc:picChg chg="add mod">
          <ac:chgData name="Alexis Garay" userId="b82287c38dd7e619" providerId="LiveId" clId="{D0DB6307-AE3B-4C30-BFBD-27F4BB322E20}" dt="2025-11-30T23:52:34.322" v="1834"/>
          <ac:picMkLst>
            <pc:docMk/>
            <pc:sldMk cId="1308446805" sldId="261"/>
            <ac:picMk id="4" creationId="{04BD03CB-5660-E0D7-D796-27AF09CB742C}"/>
          </ac:picMkLst>
        </pc:picChg>
        <pc:picChg chg="add mod">
          <ac:chgData name="Alexis Garay" userId="b82287c38dd7e619" providerId="LiveId" clId="{D0DB6307-AE3B-4C30-BFBD-27F4BB322E20}" dt="2025-11-30T23:52:39.864" v="1835"/>
          <ac:picMkLst>
            <pc:docMk/>
            <pc:sldMk cId="1308446805" sldId="261"/>
            <ac:picMk id="5" creationId="{722A4EA3-64E6-1E01-ADF6-C5F73FF7997F}"/>
          </ac:picMkLst>
        </pc:picChg>
      </pc:sldChg>
      <pc:sldChg chg="addSp delSp modSp new mod ord modNotesTx">
        <pc:chgData name="Alexis Garay" userId="b82287c38dd7e619" providerId="LiveId" clId="{D0DB6307-AE3B-4C30-BFBD-27F4BB322E20}" dt="2025-12-01T00:28:02.945" v="2234"/>
        <pc:sldMkLst>
          <pc:docMk/>
          <pc:sldMk cId="1934150092" sldId="262"/>
        </pc:sldMkLst>
        <pc:spChg chg="mod">
          <ac:chgData name="Alexis Garay" userId="b82287c38dd7e619" providerId="LiveId" clId="{D0DB6307-AE3B-4C30-BFBD-27F4BB322E20}" dt="2025-12-01T00:26:47.616" v="2190" actId="20577"/>
          <ac:spMkLst>
            <pc:docMk/>
            <pc:sldMk cId="1934150092" sldId="262"/>
            <ac:spMk id="2" creationId="{4D9E2A16-063D-6D8E-3A59-3484E3A4495E}"/>
          </ac:spMkLst>
        </pc:spChg>
        <pc:spChg chg="del">
          <ac:chgData name="Alexis Garay" userId="b82287c38dd7e619" providerId="LiveId" clId="{D0DB6307-AE3B-4C30-BFBD-27F4BB322E20}" dt="2025-12-01T00:26:32.888" v="2148"/>
          <ac:spMkLst>
            <pc:docMk/>
            <pc:sldMk cId="1934150092" sldId="262"/>
            <ac:spMk id="3" creationId="{A9267031-75FD-82C5-CB26-9756A40135C4}"/>
          </ac:spMkLst>
        </pc:spChg>
        <pc:picChg chg="add mod">
          <ac:chgData name="Alexis Garay" userId="b82287c38dd7e619" providerId="LiveId" clId="{D0DB6307-AE3B-4C30-BFBD-27F4BB322E20}" dt="2025-12-01T00:25:59.044" v="2145"/>
          <ac:picMkLst>
            <pc:docMk/>
            <pc:sldMk cId="1934150092" sldId="262"/>
            <ac:picMk id="4" creationId="{CF217A80-FBEF-0E24-FDF5-25D1368D9B7D}"/>
          </ac:picMkLst>
        </pc:picChg>
        <pc:picChg chg="add mod">
          <ac:chgData name="Alexis Garay" userId="b82287c38dd7e619" providerId="LiveId" clId="{D0DB6307-AE3B-4C30-BFBD-27F4BB322E20}" dt="2025-12-01T00:26:02.978" v="2146"/>
          <ac:picMkLst>
            <pc:docMk/>
            <pc:sldMk cId="1934150092" sldId="262"/>
            <ac:picMk id="5" creationId="{0D7DF7C4-B67B-F392-D5C8-3C9B3E63224B}"/>
          </ac:picMkLst>
        </pc:picChg>
        <pc:picChg chg="add mod">
          <ac:chgData name="Alexis Garay" userId="b82287c38dd7e619" providerId="LiveId" clId="{D0DB6307-AE3B-4C30-BFBD-27F4BB322E20}" dt="2025-12-01T00:26:32.888" v="2148"/>
          <ac:picMkLst>
            <pc:docMk/>
            <pc:sldMk cId="1934150092" sldId="262"/>
            <ac:picMk id="6" creationId="{48B318CC-0BE4-DF4E-68F1-07B6B574EE03}"/>
          </ac:picMkLst>
        </pc:picChg>
      </pc:sldChg>
      <pc:sldChg chg="addSp modSp new mod ord">
        <pc:chgData name="Alexis Garay" userId="b82287c38dd7e619" providerId="LiveId" clId="{D0DB6307-AE3B-4C30-BFBD-27F4BB322E20}" dt="2025-12-02T05:30:46.505" v="4689" actId="14100"/>
        <pc:sldMkLst>
          <pc:docMk/>
          <pc:sldMk cId="3700005244" sldId="263"/>
        </pc:sldMkLst>
        <pc:spChg chg="mod">
          <ac:chgData name="Alexis Garay" userId="b82287c38dd7e619" providerId="LiveId" clId="{D0DB6307-AE3B-4C30-BFBD-27F4BB322E20}" dt="2025-12-01T03:09:40.953" v="2257" actId="20577"/>
          <ac:spMkLst>
            <pc:docMk/>
            <pc:sldMk cId="3700005244" sldId="263"/>
            <ac:spMk id="2" creationId="{FA96367D-61BF-1574-FBDE-AE724FA686F1}"/>
          </ac:spMkLst>
        </pc:spChg>
        <pc:spChg chg="mod">
          <ac:chgData name="Alexis Garay" userId="b82287c38dd7e619" providerId="LiveId" clId="{D0DB6307-AE3B-4C30-BFBD-27F4BB322E20}" dt="2025-12-01T03:31:39.890" v="3023" actId="20577"/>
          <ac:spMkLst>
            <pc:docMk/>
            <pc:sldMk cId="3700005244" sldId="263"/>
            <ac:spMk id="3" creationId="{0B9C9867-8175-E16B-DDC6-52CC43FDBE72}"/>
          </ac:spMkLst>
        </pc:spChg>
        <pc:spChg chg="add mod">
          <ac:chgData name="Alexis Garay" userId="b82287c38dd7e619" providerId="LiveId" clId="{D0DB6307-AE3B-4C30-BFBD-27F4BB322E20}" dt="2025-12-01T03:31:04.232" v="2991" actId="20577"/>
          <ac:spMkLst>
            <pc:docMk/>
            <pc:sldMk cId="3700005244" sldId="263"/>
            <ac:spMk id="8" creationId="{BFDEBF5A-1F9A-0595-3D44-365DFD4AE976}"/>
          </ac:spMkLst>
        </pc:spChg>
        <pc:picChg chg="add mod">
          <ac:chgData name="Alexis Garay" userId="b82287c38dd7e619" providerId="LiveId" clId="{D0DB6307-AE3B-4C30-BFBD-27F4BB322E20}" dt="2025-12-01T00:28:08.817" v="2235"/>
          <ac:picMkLst>
            <pc:docMk/>
            <pc:sldMk cId="3700005244" sldId="263"/>
            <ac:picMk id="4" creationId="{6F87D3B1-A792-E191-BC0D-2DE0814ADB1C}"/>
          </ac:picMkLst>
        </pc:picChg>
        <pc:picChg chg="add mod">
          <ac:chgData name="Alexis Garay" userId="b82287c38dd7e619" providerId="LiveId" clId="{D0DB6307-AE3B-4C30-BFBD-27F4BB322E20}" dt="2025-12-01T00:28:13.068" v="2236"/>
          <ac:picMkLst>
            <pc:docMk/>
            <pc:sldMk cId="3700005244" sldId="263"/>
            <ac:picMk id="5" creationId="{A0856B52-7FDC-DDBE-1183-055A815B2B8E}"/>
          </ac:picMkLst>
        </pc:picChg>
        <pc:picChg chg="add mod">
          <ac:chgData name="Alexis Garay" userId="b82287c38dd7e619" providerId="LiveId" clId="{D0DB6307-AE3B-4C30-BFBD-27F4BB322E20}" dt="2025-12-02T05:30:46.505" v="4689" actId="14100"/>
          <ac:picMkLst>
            <pc:docMk/>
            <pc:sldMk cId="3700005244" sldId="263"/>
            <ac:picMk id="7" creationId="{D0971730-6B8E-D9B4-8D75-A08EE99A84C2}"/>
          </ac:picMkLst>
        </pc:picChg>
      </pc:sldChg>
      <pc:sldChg chg="addSp modSp new mod">
        <pc:chgData name="Alexis Garay" userId="b82287c38dd7e619" providerId="LiveId" clId="{D0DB6307-AE3B-4C30-BFBD-27F4BB322E20}" dt="2025-12-01T03:44:15.447" v="3511" actId="14100"/>
        <pc:sldMkLst>
          <pc:docMk/>
          <pc:sldMk cId="3234286359" sldId="264"/>
        </pc:sldMkLst>
        <pc:spChg chg="mod">
          <ac:chgData name="Alexis Garay" userId="b82287c38dd7e619" providerId="LiveId" clId="{D0DB6307-AE3B-4C30-BFBD-27F4BB322E20}" dt="2025-12-01T03:31:51.092" v="3048" actId="20577"/>
          <ac:spMkLst>
            <pc:docMk/>
            <pc:sldMk cId="3234286359" sldId="264"/>
            <ac:spMk id="2" creationId="{EB8C0901-CCC7-4052-4BDF-1D92C9777505}"/>
          </ac:spMkLst>
        </pc:spChg>
        <pc:spChg chg="mod">
          <ac:chgData name="Alexis Garay" userId="b82287c38dd7e619" providerId="LiveId" clId="{D0DB6307-AE3B-4C30-BFBD-27F4BB322E20}" dt="2025-12-01T03:43:48.660" v="3503" actId="962"/>
          <ac:spMkLst>
            <pc:docMk/>
            <pc:sldMk cId="3234286359" sldId="264"/>
            <ac:spMk id="3" creationId="{0EC7DEA2-42ED-88D3-FAB5-D39C21B8B28C}"/>
          </ac:spMkLst>
        </pc:spChg>
        <pc:picChg chg="add mod">
          <ac:chgData name="Alexis Garay" userId="b82287c38dd7e619" providerId="LiveId" clId="{D0DB6307-AE3B-4C30-BFBD-27F4BB322E20}" dt="2025-12-01T03:31:56.057" v="3049"/>
          <ac:picMkLst>
            <pc:docMk/>
            <pc:sldMk cId="3234286359" sldId="264"/>
            <ac:picMk id="4" creationId="{E8110A1B-362C-AE58-66FB-2271DDB98BA2}"/>
          </ac:picMkLst>
        </pc:picChg>
        <pc:picChg chg="add mod">
          <ac:chgData name="Alexis Garay" userId="b82287c38dd7e619" providerId="LiveId" clId="{D0DB6307-AE3B-4C30-BFBD-27F4BB322E20}" dt="2025-12-01T03:32:01.018" v="3050"/>
          <ac:picMkLst>
            <pc:docMk/>
            <pc:sldMk cId="3234286359" sldId="264"/>
            <ac:picMk id="5" creationId="{057DFCEE-F78E-3BD4-2E16-08A6FDC46DAF}"/>
          </ac:picMkLst>
        </pc:picChg>
        <pc:picChg chg="add mod">
          <ac:chgData name="Alexis Garay" userId="b82287c38dd7e619" providerId="LiveId" clId="{D0DB6307-AE3B-4C30-BFBD-27F4BB322E20}" dt="2025-12-01T03:43:48.658" v="3502" actId="27614"/>
          <ac:picMkLst>
            <pc:docMk/>
            <pc:sldMk cId="3234286359" sldId="264"/>
            <ac:picMk id="7" creationId="{31F84841-DE92-CE5A-1847-C0DC689CE719}"/>
          </ac:picMkLst>
        </pc:picChg>
        <pc:picChg chg="add mod">
          <ac:chgData name="Alexis Garay" userId="b82287c38dd7e619" providerId="LiveId" clId="{D0DB6307-AE3B-4C30-BFBD-27F4BB322E20}" dt="2025-12-01T03:44:15.447" v="3511" actId="14100"/>
          <ac:picMkLst>
            <pc:docMk/>
            <pc:sldMk cId="3234286359" sldId="264"/>
            <ac:picMk id="9" creationId="{FC87FD36-EA6C-7200-FBC1-B6050CAA86B7}"/>
          </ac:picMkLst>
        </pc:picChg>
      </pc:sldChg>
      <pc:sldChg chg="modSp add mod">
        <pc:chgData name="Alexis Garay" userId="b82287c38dd7e619" providerId="LiveId" clId="{D0DB6307-AE3B-4C30-BFBD-27F4BB322E20}" dt="2025-12-01T03:49:38.400" v="3845" actId="20577"/>
        <pc:sldMkLst>
          <pc:docMk/>
          <pc:sldMk cId="378036033" sldId="265"/>
        </pc:sldMkLst>
        <pc:spChg chg="mod">
          <ac:chgData name="Alexis Garay" userId="b82287c38dd7e619" providerId="LiveId" clId="{D0DB6307-AE3B-4C30-BFBD-27F4BB322E20}" dt="2025-12-01T03:47:22.676" v="3521" actId="20577"/>
          <ac:spMkLst>
            <pc:docMk/>
            <pc:sldMk cId="378036033" sldId="265"/>
            <ac:spMk id="2" creationId="{1042BFD6-0548-DB11-B072-B981DCFCB0EB}"/>
          </ac:spMkLst>
        </pc:spChg>
        <pc:spChg chg="mod">
          <ac:chgData name="Alexis Garay" userId="b82287c38dd7e619" providerId="LiveId" clId="{D0DB6307-AE3B-4C30-BFBD-27F4BB322E20}" dt="2025-12-01T03:49:38.400" v="3845" actId="20577"/>
          <ac:spMkLst>
            <pc:docMk/>
            <pc:sldMk cId="378036033" sldId="265"/>
            <ac:spMk id="3" creationId="{CA393F7D-7D0F-567E-BD95-F59E599898B3}"/>
          </ac:spMkLst>
        </pc:spChg>
      </pc:sldChg>
      <pc:sldChg chg="addSp delSp modSp add mod">
        <pc:chgData name="Alexis Garay" userId="b82287c38dd7e619" providerId="LiveId" clId="{D0DB6307-AE3B-4C30-BFBD-27F4BB322E20}" dt="2025-12-01T04:05:53.096" v="4643" actId="1076"/>
        <pc:sldMkLst>
          <pc:docMk/>
          <pc:sldMk cId="523331468" sldId="266"/>
        </pc:sldMkLst>
        <pc:spChg chg="mod">
          <ac:chgData name="Alexis Garay" userId="b82287c38dd7e619" providerId="LiveId" clId="{D0DB6307-AE3B-4C30-BFBD-27F4BB322E20}" dt="2025-12-01T03:51:00.313" v="3874" actId="313"/>
          <ac:spMkLst>
            <pc:docMk/>
            <pc:sldMk cId="523331468" sldId="266"/>
            <ac:spMk id="2" creationId="{E482B449-D4D8-4827-2B10-7E4DA63A8A2C}"/>
          </ac:spMkLst>
        </pc:spChg>
        <pc:spChg chg="mod">
          <ac:chgData name="Alexis Garay" userId="b82287c38dd7e619" providerId="LiveId" clId="{D0DB6307-AE3B-4C30-BFBD-27F4BB322E20}" dt="2025-12-01T04:05:43.998" v="4640" actId="255"/>
          <ac:spMkLst>
            <pc:docMk/>
            <pc:sldMk cId="523331468" sldId="266"/>
            <ac:spMk id="3" creationId="{E1045F22-B133-1BEE-922E-942E26DA3CE1}"/>
          </ac:spMkLst>
        </pc:spChg>
        <pc:spChg chg="add mod">
          <ac:chgData name="Alexis Garay" userId="b82287c38dd7e619" providerId="LiveId" clId="{D0DB6307-AE3B-4C30-BFBD-27F4BB322E20}" dt="2025-12-01T04:05:51.397" v="4642" actId="1076"/>
          <ac:spMkLst>
            <pc:docMk/>
            <pc:sldMk cId="523331468" sldId="266"/>
            <ac:spMk id="6" creationId="{61BF80FB-B61C-DA43-F2F3-5673D69F1273}"/>
          </ac:spMkLst>
        </pc:spChg>
        <pc:spChg chg="del mod">
          <ac:chgData name="Alexis Garay" userId="b82287c38dd7e619" providerId="LiveId" clId="{D0DB6307-AE3B-4C30-BFBD-27F4BB322E20}" dt="2025-12-01T03:51:05.769" v="3877" actId="478"/>
          <ac:spMkLst>
            <pc:docMk/>
            <pc:sldMk cId="523331468" sldId="266"/>
            <ac:spMk id="8" creationId="{9AB792C7-9D32-927D-A03E-FE1E2F5543B2}"/>
          </ac:spMkLst>
        </pc:spChg>
        <pc:picChg chg="del">
          <ac:chgData name="Alexis Garay" userId="b82287c38dd7e619" providerId="LiveId" clId="{D0DB6307-AE3B-4C30-BFBD-27F4BB322E20}" dt="2025-12-01T03:51:02.074" v="3875" actId="478"/>
          <ac:picMkLst>
            <pc:docMk/>
            <pc:sldMk cId="523331468" sldId="266"/>
            <ac:picMk id="7" creationId="{FBC498AF-F7D5-E655-7FE4-B0F6E78EB214}"/>
          </ac:picMkLst>
        </pc:picChg>
        <pc:picChg chg="add mod">
          <ac:chgData name="Alexis Garay" userId="b82287c38dd7e619" providerId="LiveId" clId="{D0DB6307-AE3B-4C30-BFBD-27F4BB322E20}" dt="2025-12-01T04:05:53.096" v="4643" actId="1076"/>
          <ac:picMkLst>
            <pc:docMk/>
            <pc:sldMk cId="523331468" sldId="266"/>
            <ac:picMk id="1026" creationId="{8691C707-56EF-B21B-2DCE-AC6F14EB6809}"/>
          </ac:picMkLst>
        </pc:picChg>
      </pc:sldChg>
      <pc:sldChg chg="modSp add mod">
        <pc:chgData name="Alexis Garay" userId="b82287c38dd7e619" providerId="LiveId" clId="{D0DB6307-AE3B-4C30-BFBD-27F4BB322E20}" dt="2025-12-01T04:00:33.276" v="4350" actId="20577"/>
        <pc:sldMkLst>
          <pc:docMk/>
          <pc:sldMk cId="612832631" sldId="267"/>
        </pc:sldMkLst>
        <pc:spChg chg="mod">
          <ac:chgData name="Alexis Garay" userId="b82287c38dd7e619" providerId="LiveId" clId="{D0DB6307-AE3B-4C30-BFBD-27F4BB322E20}" dt="2025-12-01T03:59:21.655" v="4153" actId="20577"/>
          <ac:spMkLst>
            <pc:docMk/>
            <pc:sldMk cId="612832631" sldId="267"/>
            <ac:spMk id="2" creationId="{017E78F1-344E-DB28-8419-710D761A321E}"/>
          </ac:spMkLst>
        </pc:spChg>
        <pc:spChg chg="mod">
          <ac:chgData name="Alexis Garay" userId="b82287c38dd7e619" providerId="LiveId" clId="{D0DB6307-AE3B-4C30-BFBD-27F4BB322E20}" dt="2025-12-01T04:00:33.276" v="4350" actId="20577"/>
          <ac:spMkLst>
            <pc:docMk/>
            <pc:sldMk cId="612832631" sldId="267"/>
            <ac:spMk id="3" creationId="{3F21E7E0-6096-D586-D845-461320621010}"/>
          </ac:spMkLst>
        </pc:spChg>
      </pc:sldChg>
      <pc:sldChg chg="addSp delSp modSp new mod">
        <pc:chgData name="Alexis Garay" userId="b82287c38dd7e619" providerId="LiveId" clId="{D0DB6307-AE3B-4C30-BFBD-27F4BB322E20}" dt="2025-12-01T04:07:02.811" v="4671" actId="14100"/>
        <pc:sldMkLst>
          <pc:docMk/>
          <pc:sldMk cId="2451814796" sldId="268"/>
        </pc:sldMkLst>
        <pc:spChg chg="mod">
          <ac:chgData name="Alexis Garay" userId="b82287c38dd7e619" providerId="LiveId" clId="{D0DB6307-AE3B-4C30-BFBD-27F4BB322E20}" dt="2025-12-01T04:06:13.002" v="4661" actId="1076"/>
          <ac:spMkLst>
            <pc:docMk/>
            <pc:sldMk cId="2451814796" sldId="268"/>
            <ac:spMk id="2" creationId="{ACC05960-DB15-DD74-920E-2E533E2AC67B}"/>
          </ac:spMkLst>
        </pc:spChg>
        <pc:spChg chg="del">
          <ac:chgData name="Alexis Garay" userId="b82287c38dd7e619" providerId="LiveId" clId="{D0DB6307-AE3B-4C30-BFBD-27F4BB322E20}" dt="2025-12-01T04:06:09.051" v="4660" actId="478"/>
          <ac:spMkLst>
            <pc:docMk/>
            <pc:sldMk cId="2451814796" sldId="268"/>
            <ac:spMk id="3" creationId="{5C7AB0D7-C1CC-E5A1-EF5E-A498447E1EAA}"/>
          </ac:spMkLst>
        </pc:spChg>
        <pc:picChg chg="add mod">
          <ac:chgData name="Alexis Garay" userId="b82287c38dd7e619" providerId="LiveId" clId="{D0DB6307-AE3B-4C30-BFBD-27F4BB322E20}" dt="2025-12-01T04:07:02.811" v="4671" actId="14100"/>
          <ac:picMkLst>
            <pc:docMk/>
            <pc:sldMk cId="2451814796" sldId="268"/>
            <ac:picMk id="5" creationId="{530C53F2-2DA2-D91D-25C3-F6BF879D4208}"/>
          </ac:picMkLst>
        </pc:picChg>
        <pc:picChg chg="add mod">
          <ac:chgData name="Alexis Garay" userId="b82287c38dd7e619" providerId="LiveId" clId="{D0DB6307-AE3B-4C30-BFBD-27F4BB322E20}" dt="2025-12-01T04:07:00.151" v="4670" actId="14100"/>
          <ac:picMkLst>
            <pc:docMk/>
            <pc:sldMk cId="2451814796" sldId="268"/>
            <ac:picMk id="6" creationId="{CC57EFBE-50D9-B664-3371-CA4E4E5DC99D}"/>
          </ac:picMkLst>
        </pc:picChg>
      </pc:sldChg>
      <pc:sldChg chg="addSp modSp add mod">
        <pc:chgData name="Alexis Garay" userId="b82287c38dd7e619" providerId="LiveId" clId="{D0DB6307-AE3B-4C30-BFBD-27F4BB322E20}" dt="2025-12-01T04:07:47.599" v="4683"/>
        <pc:sldMkLst>
          <pc:docMk/>
          <pc:sldMk cId="51669494" sldId="269"/>
        </pc:sldMkLst>
        <pc:spChg chg="mod">
          <ac:chgData name="Alexis Garay" userId="b82287c38dd7e619" providerId="LiveId" clId="{D0DB6307-AE3B-4C30-BFBD-27F4BB322E20}" dt="2025-12-01T04:07:41.004" v="4682" actId="20577"/>
          <ac:spMkLst>
            <pc:docMk/>
            <pc:sldMk cId="51669494" sldId="269"/>
            <ac:spMk id="2" creationId="{C9AE2F35-D659-C553-BD78-05E8ED02E0DB}"/>
          </ac:spMkLst>
        </pc:spChg>
        <pc:picChg chg="add mod">
          <ac:chgData name="Alexis Garay" userId="b82287c38dd7e619" providerId="LiveId" clId="{D0DB6307-AE3B-4C30-BFBD-27F4BB322E20}" dt="2025-12-01T04:07:47.599" v="4683"/>
          <ac:picMkLst>
            <pc:docMk/>
            <pc:sldMk cId="51669494" sldId="269"/>
            <ac:picMk id="3" creationId="{7AEC870A-31D4-878F-4F5F-19973DBC555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544074-FCB5-4DFD-AB2D-54583D923608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63C943-33BA-4F5C-B40A-447468F8E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008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Would require Business Loans and Credit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63C943-33BA-4F5C-B40A-447468F8EF3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6976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18493-EE01-0E1A-747D-B6B8F14ED7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C05BE1-BD12-18C7-58DE-269795826C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96C796-64E6-E2FB-A676-D1EFA9FB1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F93CF-D192-4621-AF61-FC548D2A4DAE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3D1B59-9AC6-33BB-4A70-9CBE54816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21822F-230D-BFD0-9F4D-D9C72E6A8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452A7-6723-4147-A92A-10F8EF4ED1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850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529F3-37D2-2FFA-FEDE-741E1BAFA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FDF34-04EA-841E-D126-142782E997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57F3B5-B348-E034-3496-C0B4B9A5D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F93CF-D192-4621-AF61-FC548D2A4DAE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977B1A-1C0D-9DDD-E863-D2937C68D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D8F8C5-E868-3FFB-7912-D6F262A4A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452A7-6723-4147-A92A-10F8EF4ED1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955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96CF7-2188-9372-05E5-CD4A716CC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4CB20A-FEA6-29F7-DA28-F6B59CD885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9A29E6-09D5-BC20-70C2-098CAA598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F93CF-D192-4621-AF61-FC548D2A4DAE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4E02E7-19A1-2266-0653-37A1C9F14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6888E-35E1-FB27-F341-595BBC099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452A7-6723-4147-A92A-10F8EF4ED1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858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EA440-B5C4-3DB8-4E9C-97D996EC5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067E4-9FAA-3999-5BA3-22CA31BA22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804275-9EA4-DB20-BE09-DA4EAF249A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717961-6A2F-87BF-B472-AA1BEDE03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F93CF-D192-4621-AF61-FC548D2A4DAE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BC6FDC-E71B-492F-67B0-DB532828B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700DBA-8457-9DC4-B77E-F3787DACB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452A7-6723-4147-A92A-10F8EF4ED1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578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5B4A0-BE5A-767F-1B62-917535AB5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EC11E7-375A-67E9-2E00-D4BE92B7EE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13CE40-9BDE-2EB6-5B5B-E9BC6BFFDA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76D6CD-15FA-61D2-45F5-FF35CA74A7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1E039D-610E-19E9-8A8D-FDC9DC5DA7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4C18BE-E8FC-2179-0146-AECDC0D49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F93CF-D192-4621-AF61-FC548D2A4DAE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452320-5340-5027-D508-B56D998B0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6F6A78-CD5C-ABBB-5364-4799B24C0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452A7-6723-4147-A92A-10F8EF4ED1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130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180DD-20A6-DA58-15C0-5D4961DC1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806538-0CCD-B746-3D26-18B18EE0E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F93CF-D192-4621-AF61-FC548D2A4DAE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939C34-04EE-F546-288A-FB36547DF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178F4B-C044-C1A7-A188-E11CEBA67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452A7-6723-4147-A92A-10F8EF4ED1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215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60A5E6-1A1B-87CC-2D42-0549F63ED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F93CF-D192-4621-AF61-FC548D2A4DAE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DD70C2-919D-8E48-E905-E71A6BD5F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8C8E32-6C87-E677-1558-97518ABBB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452A7-6723-4147-A92A-10F8EF4ED1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080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CA2BF-F221-0589-4692-F9621AFC0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ED24D-4A6C-152C-AF5C-C14917BEBA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4F8C70-C93A-63ED-826F-4B3AA362B9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D096A4-1528-51D6-4317-E81740074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F93CF-D192-4621-AF61-FC548D2A4DAE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742426-251D-1580-77FF-C57079411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47FB86-E296-1120-164C-E00E21C7A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452A7-6723-4147-A92A-10F8EF4ED1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359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A1540-A12F-F135-F8B9-77405BB2B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1AA1C5-1C5F-277D-CFA5-E4DC55BD13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BCEAEA-A36D-072D-CB92-6264B87381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1113F2-A349-4555-3CDE-83B48154F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F93CF-D192-4621-AF61-FC548D2A4DAE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159FBC-17E6-FD1A-4367-CFFAA1D90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EEA47E-E4FD-39A0-E5D1-D489EA82E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452A7-6723-4147-A92A-10F8EF4ED1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932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25649-AAEF-CBA2-626C-291D9B198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382F07-0C25-26C6-512C-BE35AE43DE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496BC8-B977-EE01-C702-431AFA675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F93CF-D192-4621-AF61-FC548D2A4DAE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4BAC8F-1A92-B48F-8D11-7C1817873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4905F3-95FA-C960-ECC2-2FF7F164B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452A7-6723-4147-A92A-10F8EF4ED1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966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0EABAC-2CFD-FBF3-F050-09C1532AA5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B3EB7C-82CE-A7ED-8B30-202253C991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C29044-98D5-990F-2301-430FD9589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F93CF-D192-4621-AF61-FC548D2A4DAE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D53958-221E-BCD3-EC58-92166BFC3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E55CE0-ECDC-E810-D4EF-87FA3B195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452A7-6723-4147-A92A-10F8EF4ED1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173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619C2E-4EDB-D0E8-CCF6-55D1D8192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184527-9155-F240-20E6-053F825098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E34342-FACE-128B-50D2-5F24B1C2B8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BF93CF-D192-4621-AF61-FC548D2A4DAE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441FC0-22F6-69C4-5953-C79A06A204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E30BA8-D691-1B5D-4E10-A4C8E3C4C3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6452A7-6723-4147-A92A-10F8EF4ED1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111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x.com/TheGarayLLC" TargetMode="External"/><Relationship Id="rId2" Type="http://schemas.openxmlformats.org/officeDocument/2006/relationships/hyperlink" Target="https://sites.google.com/view/garay-llc/home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hyperlink" Target="https://garayllc.substack.com/" TargetMode="External"/><Relationship Id="rId4" Type="http://schemas.openxmlformats.org/officeDocument/2006/relationships/hyperlink" Target="https://medium.com/@thegarayllc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aw.uh.edu/ipil/" TargetMode="External"/><Relationship Id="rId2" Type="http://schemas.openxmlformats.org/officeDocument/2006/relationships/hyperlink" Target="https://hipla.org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ity skyline with tall buildings&#10;&#10;AI-generated content may be incorrect.">
            <a:extLst>
              <a:ext uri="{FF2B5EF4-FFF2-40B4-BE49-F238E27FC236}">
                <a16:creationId xmlns:a16="http://schemas.microsoft.com/office/drawing/2014/main" id="{8E56F785-3631-E207-1403-3DA3514A65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82711"/>
            <a:ext cx="12192000" cy="40752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1EA2D43-6CDF-F3F7-517A-DF7BE19675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21230"/>
            <a:ext cx="9144000" cy="1051243"/>
          </a:xfrm>
        </p:spPr>
        <p:txBody>
          <a:bodyPr/>
          <a:lstStyle/>
          <a:p>
            <a:r>
              <a:rPr lang="en-US" dirty="0"/>
              <a:t>Garay LLC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6B5AC1-8E65-01F7-151E-70E3450234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913055"/>
            <a:ext cx="9144000" cy="705802"/>
          </a:xfrm>
        </p:spPr>
        <p:txBody>
          <a:bodyPr/>
          <a:lstStyle/>
          <a:p>
            <a:r>
              <a:rPr lang="en-US" dirty="0"/>
              <a:t>Houston Law Firm by Alexis Garay</a:t>
            </a:r>
          </a:p>
        </p:txBody>
      </p:sp>
      <p:pic>
        <p:nvPicPr>
          <p:cNvPr id="4" name="Picture 3" descr="A black and white drawing of a column&#10;&#10;AI-generated content may be incorrect.">
            <a:extLst>
              <a:ext uri="{FF2B5EF4-FFF2-40B4-BE49-F238E27FC236}">
                <a16:creationId xmlns:a16="http://schemas.microsoft.com/office/drawing/2014/main" id="{8418DE47-A3DA-CFED-23EE-1EBF647053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9314" y="0"/>
            <a:ext cx="1752686" cy="1537356"/>
          </a:xfrm>
          <a:prstGeom prst="rect">
            <a:avLst/>
          </a:prstGeom>
        </p:spPr>
      </p:pic>
      <p:pic>
        <p:nvPicPr>
          <p:cNvPr id="5" name="Picture 4" descr="A black and white drawing of a column&#10;&#10;AI-generated content may be incorrect.">
            <a:extLst>
              <a:ext uri="{FF2B5EF4-FFF2-40B4-BE49-F238E27FC236}">
                <a16:creationId xmlns:a16="http://schemas.microsoft.com/office/drawing/2014/main" id="{96732938-A68B-BF68-4859-418F80B031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2686" cy="153735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B361E92-59A1-681D-6CD0-5383B16BD6D4}"/>
              </a:ext>
            </a:extLst>
          </p:cNvPr>
          <p:cNvSpPr txBox="1"/>
          <p:nvPr/>
        </p:nvSpPr>
        <p:spPr>
          <a:xfrm>
            <a:off x="9570720" y="6498906"/>
            <a:ext cx="26836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Source: Jason Villanueva</a:t>
            </a:r>
          </a:p>
        </p:txBody>
      </p:sp>
    </p:spTree>
    <p:extLst>
      <p:ext uri="{BB962C8B-B14F-4D97-AF65-F5344CB8AC3E}">
        <p14:creationId xmlns:p14="http://schemas.microsoft.com/office/powerpoint/2010/main" val="21597688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large building with a dome and flags with Texas State Capitol in the background&#10;&#10;AI-generated content may be incorrect.">
            <a:extLst>
              <a:ext uri="{FF2B5EF4-FFF2-40B4-BE49-F238E27FC236}">
                <a16:creationId xmlns:a16="http://schemas.microsoft.com/office/drawing/2014/main" id="{0F30A700-2B1B-EA3F-5ABC-A7C144D89A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1499" y="4320223"/>
            <a:ext cx="5570220" cy="37134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2D0C1AD-A633-DB70-B45D-6C7E7512D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 Texas Senate Bill - 2025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45811-3F1B-4B87-7215-9038690A53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“An Act relating to the Texas moving image industry incentive program and the establishment and funding of the Texas moving image industry incentive fund.”</a:t>
            </a:r>
          </a:p>
          <a:p>
            <a:r>
              <a:rPr lang="en-US" dirty="0"/>
              <a:t>A grant program for production companies that produce movies in Texas</a:t>
            </a:r>
          </a:p>
          <a:p>
            <a:r>
              <a:rPr lang="en-US" dirty="0"/>
              <a:t>Incentivizes filming in Texas</a:t>
            </a:r>
          </a:p>
        </p:txBody>
      </p:sp>
      <p:pic>
        <p:nvPicPr>
          <p:cNvPr id="6" name="Picture 5" descr="A black and white drawing of a column&#10;&#10;AI-generated content may be incorrect.">
            <a:extLst>
              <a:ext uri="{FF2B5EF4-FFF2-40B4-BE49-F238E27FC236}">
                <a16:creationId xmlns:a16="http://schemas.microsoft.com/office/drawing/2014/main" id="{D13D8993-D433-3D54-0D98-60E918BB56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88570" cy="954831"/>
          </a:xfrm>
          <a:prstGeom prst="rect">
            <a:avLst/>
          </a:prstGeom>
        </p:spPr>
      </p:pic>
      <p:pic>
        <p:nvPicPr>
          <p:cNvPr id="8" name="Picture 7" descr="A black and white drawing of a column&#10;&#10;AI-generated content may be incorrect.">
            <a:extLst>
              <a:ext uri="{FF2B5EF4-FFF2-40B4-BE49-F238E27FC236}">
                <a16:creationId xmlns:a16="http://schemas.microsoft.com/office/drawing/2014/main" id="{BBB23B02-DA83-F6C5-0B75-7C8A3F943F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3428" y="0"/>
            <a:ext cx="1088571" cy="95483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514B1B0-A23B-1AED-A281-390B985A60F2}"/>
              </a:ext>
            </a:extLst>
          </p:cNvPr>
          <p:cNvSpPr txBox="1"/>
          <p:nvPr/>
        </p:nvSpPr>
        <p:spPr>
          <a:xfrm>
            <a:off x="3687199" y="6488668"/>
            <a:ext cx="24088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Source: </a:t>
            </a:r>
            <a:r>
              <a:rPr lang="en-US" dirty="0" err="1"/>
              <a:t>LoneStarMike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83545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6B54A-5689-C980-A3D0-0B776DA8E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What is Garay LLC?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CFA0D0-C86F-0DE2-9F70-154AA76BA5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Law firm located in Houston, Texas</a:t>
            </a:r>
          </a:p>
          <a:p>
            <a:r>
              <a:rPr lang="en-US" dirty="0"/>
              <a:t>Specializes in Intellectual Property for Creatives</a:t>
            </a:r>
          </a:p>
          <a:p>
            <a:pPr lvl="1"/>
            <a:r>
              <a:rPr lang="en-US" dirty="0"/>
              <a:t>Examples being:</a:t>
            </a:r>
          </a:p>
          <a:p>
            <a:pPr lvl="2"/>
            <a:r>
              <a:rPr lang="en-US" dirty="0"/>
              <a:t>Illustrators</a:t>
            </a:r>
          </a:p>
          <a:p>
            <a:pPr lvl="3"/>
            <a:r>
              <a:rPr lang="en-US" dirty="0"/>
              <a:t>Artists</a:t>
            </a:r>
          </a:p>
          <a:p>
            <a:pPr lvl="3"/>
            <a:r>
              <a:rPr lang="en-US" dirty="0"/>
              <a:t>Painters</a:t>
            </a:r>
          </a:p>
          <a:p>
            <a:pPr lvl="2"/>
            <a:r>
              <a:rPr lang="en-US" dirty="0"/>
              <a:t>Performers</a:t>
            </a:r>
          </a:p>
          <a:p>
            <a:pPr lvl="3"/>
            <a:r>
              <a:rPr lang="en-US" dirty="0"/>
              <a:t>Actors</a:t>
            </a:r>
          </a:p>
          <a:p>
            <a:pPr lvl="3"/>
            <a:r>
              <a:rPr lang="en-US" dirty="0"/>
              <a:t>Professional Wrestlers</a:t>
            </a:r>
          </a:p>
          <a:p>
            <a:pPr lvl="3"/>
            <a:r>
              <a:rPr lang="en-US" dirty="0"/>
              <a:t>Musicians</a:t>
            </a:r>
          </a:p>
          <a:p>
            <a:pPr lvl="2"/>
            <a:r>
              <a:rPr lang="en-US" dirty="0"/>
              <a:t>Directors</a:t>
            </a:r>
          </a:p>
          <a:p>
            <a:pPr lvl="3"/>
            <a:r>
              <a:rPr lang="en-US" dirty="0"/>
              <a:t>Film and Video</a:t>
            </a:r>
          </a:p>
          <a:p>
            <a:pPr lvl="3"/>
            <a:r>
              <a:rPr lang="en-US" dirty="0"/>
              <a:t>Social Media Influencers</a:t>
            </a:r>
          </a:p>
          <a:p>
            <a:pPr lvl="3"/>
            <a:endParaRPr lang="en-US" dirty="0"/>
          </a:p>
        </p:txBody>
      </p:sp>
      <p:pic>
        <p:nvPicPr>
          <p:cNvPr id="5" name="Picture 4" descr="A black and white drawing of a column&#10;&#10;AI-generated content may be incorrect.">
            <a:extLst>
              <a:ext uri="{FF2B5EF4-FFF2-40B4-BE49-F238E27FC236}">
                <a16:creationId xmlns:a16="http://schemas.microsoft.com/office/drawing/2014/main" id="{57F3A0F3-6CC8-ED5E-E405-E19808E1EA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088570" cy="954831"/>
          </a:xfrm>
          <a:prstGeom prst="rect">
            <a:avLst/>
          </a:prstGeom>
        </p:spPr>
      </p:pic>
      <p:pic>
        <p:nvPicPr>
          <p:cNvPr id="6" name="Picture 5" descr="A black and white drawing of a column&#10;&#10;AI-generated content may be incorrect.">
            <a:extLst>
              <a:ext uri="{FF2B5EF4-FFF2-40B4-BE49-F238E27FC236}">
                <a16:creationId xmlns:a16="http://schemas.microsoft.com/office/drawing/2014/main" id="{E936B560-B767-2A9B-CE89-BB5B36DCCA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3428" y="0"/>
            <a:ext cx="1088571" cy="954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497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ack and white drawing of a column&#10;&#10;AI-generated content may be incorrect.">
            <a:extLst>
              <a:ext uri="{FF2B5EF4-FFF2-40B4-BE49-F238E27FC236}">
                <a16:creationId xmlns:a16="http://schemas.microsoft.com/office/drawing/2014/main" id="{37D2B5C1-0227-7468-58F5-D46F8A183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88570" cy="95483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86E2B34-68D9-BCBD-DC2E-AAAF34145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Why Houston?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ECA141-4F8F-8F32-EED2-5F4A835605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7761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Population of 2.3 million, 7.8 million when accounting for Greater Houston</a:t>
            </a:r>
          </a:p>
          <a:p>
            <a:r>
              <a:rPr lang="en-US" dirty="0"/>
              <a:t>Most racially and ethically diverse city in the US</a:t>
            </a:r>
          </a:p>
          <a:p>
            <a:r>
              <a:rPr lang="en-US" dirty="0"/>
              <a:t>Presence of events such as:</a:t>
            </a:r>
          </a:p>
          <a:p>
            <a:pPr lvl="1"/>
            <a:r>
              <a:rPr lang="en-US" dirty="0"/>
              <a:t>Houston Livestock Show and Rodeo</a:t>
            </a:r>
          </a:p>
          <a:p>
            <a:pPr lvl="1"/>
            <a:r>
              <a:rPr lang="en-US" dirty="0"/>
              <a:t>Houston Gay Pride Parade</a:t>
            </a:r>
          </a:p>
          <a:p>
            <a:pPr lvl="1"/>
            <a:r>
              <a:rPr lang="en-US" dirty="0"/>
              <a:t>Houston Art Car Parade</a:t>
            </a:r>
          </a:p>
          <a:p>
            <a:r>
              <a:rPr lang="en-US" dirty="0"/>
              <a:t>Locations with strong heritage such as:</a:t>
            </a:r>
          </a:p>
          <a:p>
            <a:pPr lvl="1"/>
            <a:r>
              <a:rPr lang="en-US" dirty="0"/>
              <a:t>Montrose</a:t>
            </a:r>
          </a:p>
          <a:p>
            <a:pPr lvl="1"/>
            <a:r>
              <a:rPr lang="en-US" dirty="0"/>
              <a:t>Bellaire</a:t>
            </a:r>
          </a:p>
        </p:txBody>
      </p:sp>
      <p:pic>
        <p:nvPicPr>
          <p:cNvPr id="5" name="Picture 4" descr="A black and white drawing of a column&#10;&#10;AI-generated content may be incorrect.">
            <a:extLst>
              <a:ext uri="{FF2B5EF4-FFF2-40B4-BE49-F238E27FC236}">
                <a16:creationId xmlns:a16="http://schemas.microsoft.com/office/drawing/2014/main" id="{7DC5E8E5-037A-0109-0AD4-B5F4940AA1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3428" y="0"/>
            <a:ext cx="1088571" cy="954832"/>
          </a:xfrm>
          <a:prstGeom prst="rect">
            <a:avLst/>
          </a:prstGeom>
        </p:spPr>
      </p:pic>
      <p:pic>
        <p:nvPicPr>
          <p:cNvPr id="7" name="Picture 6" descr="A colorful car with a painted hood&#10;&#10;AI-generated content may be incorrect.">
            <a:extLst>
              <a:ext uri="{FF2B5EF4-FFF2-40B4-BE49-F238E27FC236}">
                <a16:creationId xmlns:a16="http://schemas.microsoft.com/office/drawing/2014/main" id="{DFE76CC7-1948-DDA2-8CEA-1CE8EBD92D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3191" y="3836776"/>
            <a:ext cx="4548808" cy="302122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2892FE9-BABE-D054-D961-D18D3918948A}"/>
              </a:ext>
            </a:extLst>
          </p:cNvPr>
          <p:cNvSpPr txBox="1"/>
          <p:nvPr/>
        </p:nvSpPr>
        <p:spPr>
          <a:xfrm>
            <a:off x="7687689" y="6488668"/>
            <a:ext cx="2229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Source: Alex Brogan</a:t>
            </a:r>
          </a:p>
        </p:txBody>
      </p:sp>
    </p:spTree>
    <p:extLst>
      <p:ext uri="{BB962C8B-B14F-4D97-AF65-F5344CB8AC3E}">
        <p14:creationId xmlns:p14="http://schemas.microsoft.com/office/powerpoint/2010/main" val="2863000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510EA-0F0F-2715-A8BF-6A3897047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Business Model: B2C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D1F50-7BE5-067B-6AC6-C9C09067ED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en-US" dirty="0"/>
              <a:t>Pay-as-you-go:</a:t>
            </a:r>
          </a:p>
          <a:p>
            <a:pPr lvl="1"/>
            <a:r>
              <a:rPr lang="en-US" dirty="0"/>
              <a:t>Appointments for legal advice</a:t>
            </a:r>
          </a:p>
          <a:p>
            <a:pPr lvl="1"/>
            <a:r>
              <a:rPr lang="en-US" dirty="0"/>
              <a:t>Civil cases</a:t>
            </a:r>
          </a:p>
          <a:p>
            <a:r>
              <a:rPr lang="en-US" dirty="0"/>
              <a:t>Advertising:</a:t>
            </a:r>
          </a:p>
          <a:p>
            <a:pPr lvl="1"/>
            <a:r>
              <a:rPr lang="en-US" dirty="0"/>
              <a:t>Free Seminars and Webinars to inform clients, regardless of career</a:t>
            </a:r>
          </a:p>
          <a:p>
            <a:pPr lvl="1"/>
            <a:r>
              <a:rPr lang="en-US" dirty="0"/>
              <a:t>Promoting the prospect of having an IP lawyer</a:t>
            </a:r>
          </a:p>
          <a:p>
            <a:pPr lvl="1"/>
            <a:r>
              <a:rPr lang="en-US" dirty="0"/>
              <a:t>Non-Specific law advice</a:t>
            </a:r>
          </a:p>
          <a:p>
            <a:r>
              <a:rPr lang="en-US" dirty="0"/>
              <a:t>Potential for B2B as Garay LLC upscales</a:t>
            </a:r>
          </a:p>
        </p:txBody>
      </p:sp>
      <p:pic>
        <p:nvPicPr>
          <p:cNvPr id="4" name="Picture 3" descr="A black and white drawing of a column&#10;&#10;AI-generated content may be incorrect.">
            <a:extLst>
              <a:ext uri="{FF2B5EF4-FFF2-40B4-BE49-F238E27FC236}">
                <a16:creationId xmlns:a16="http://schemas.microsoft.com/office/drawing/2014/main" id="{DD0CAAC8-B4B0-F27B-6668-A4207F600F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88570" cy="954831"/>
          </a:xfrm>
          <a:prstGeom prst="rect">
            <a:avLst/>
          </a:prstGeom>
        </p:spPr>
      </p:pic>
      <p:pic>
        <p:nvPicPr>
          <p:cNvPr id="5" name="Picture 4" descr="A black and white drawing of a column&#10;&#10;AI-generated content may be incorrect.">
            <a:extLst>
              <a:ext uri="{FF2B5EF4-FFF2-40B4-BE49-F238E27FC236}">
                <a16:creationId xmlns:a16="http://schemas.microsoft.com/office/drawing/2014/main" id="{DB7A3BE0-BF85-FB73-02C8-08D37C2DD7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3428" y="0"/>
            <a:ext cx="1088571" cy="954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234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6E3FB-9012-7EA8-A0FE-464C00185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E78F1-344E-DB28-8419-710D761A3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Framework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1E7E0-6096-D586-D845-4613206210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en-US" dirty="0"/>
              <a:t>Asset-based community development (ABCD)</a:t>
            </a:r>
          </a:p>
          <a:p>
            <a:r>
              <a:rPr lang="en-US" dirty="0"/>
              <a:t>Can help identify and strengthen the assets already found in Houston, such as diversity</a:t>
            </a:r>
          </a:p>
          <a:p>
            <a:r>
              <a:rPr lang="en-US" dirty="0"/>
              <a:t>Create partnerships throughout the community to strengthen creatives, through alliances with organizations</a:t>
            </a:r>
          </a:p>
          <a:p>
            <a:r>
              <a:rPr lang="en-US" dirty="0"/>
              <a:t>Develop resilience from outside variables</a:t>
            </a:r>
          </a:p>
          <a:p>
            <a:r>
              <a:rPr lang="en-US" dirty="0"/>
              <a:t>Comes from a desire to support and uplift the community of Greater Houston</a:t>
            </a:r>
          </a:p>
        </p:txBody>
      </p:sp>
      <p:pic>
        <p:nvPicPr>
          <p:cNvPr id="4" name="Picture 3" descr="A black and white drawing of a column&#10;&#10;AI-generated content may be incorrect.">
            <a:extLst>
              <a:ext uri="{FF2B5EF4-FFF2-40B4-BE49-F238E27FC236}">
                <a16:creationId xmlns:a16="http://schemas.microsoft.com/office/drawing/2014/main" id="{16E29E5D-DA7E-77A2-8ABC-464D22B06C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88570" cy="954831"/>
          </a:xfrm>
          <a:prstGeom prst="rect">
            <a:avLst/>
          </a:prstGeom>
        </p:spPr>
      </p:pic>
      <p:pic>
        <p:nvPicPr>
          <p:cNvPr id="5" name="Picture 4" descr="A black and white drawing of a column&#10;&#10;AI-generated content may be incorrect.">
            <a:extLst>
              <a:ext uri="{FF2B5EF4-FFF2-40B4-BE49-F238E27FC236}">
                <a16:creationId xmlns:a16="http://schemas.microsoft.com/office/drawing/2014/main" id="{FA259DE3-9DE0-9678-E7E7-BEC2306727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3428" y="0"/>
            <a:ext cx="1088571" cy="954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8326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E2A16-063D-6D8E-3A59-3484E3A44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Estimated Budget to Start: $17,105</a:t>
            </a:r>
          </a:p>
        </p:txBody>
      </p:sp>
      <p:pic>
        <p:nvPicPr>
          <p:cNvPr id="4" name="Picture 3" descr="A black and white drawing of a column&#10;&#10;AI-generated content may be incorrect.">
            <a:extLst>
              <a:ext uri="{FF2B5EF4-FFF2-40B4-BE49-F238E27FC236}">
                <a16:creationId xmlns:a16="http://schemas.microsoft.com/office/drawing/2014/main" id="{CF217A80-FBEF-0E24-FDF5-25D1368D9B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88570" cy="954831"/>
          </a:xfrm>
          <a:prstGeom prst="rect">
            <a:avLst/>
          </a:prstGeom>
        </p:spPr>
      </p:pic>
      <p:pic>
        <p:nvPicPr>
          <p:cNvPr id="5" name="Picture 4" descr="A black and white drawing of a column&#10;&#10;AI-generated content may be incorrect.">
            <a:extLst>
              <a:ext uri="{FF2B5EF4-FFF2-40B4-BE49-F238E27FC236}">
                <a16:creationId xmlns:a16="http://schemas.microsoft.com/office/drawing/2014/main" id="{0D7DF7C4-B67B-F392-D5C8-3C9B3E6322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3428" y="0"/>
            <a:ext cx="1088571" cy="954832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8B318CC-0BE4-DF4E-68F1-07B6B574EE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2842386" y="1825625"/>
            <a:ext cx="650722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1500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6367D-61BF-1574-FBDE-AE724FA68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Promotional 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C9867-8175-E16B-DDC6-52CC43FDBE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Show Up to Creative Events</a:t>
            </a:r>
          </a:p>
          <a:p>
            <a:pPr lvl="1"/>
            <a:r>
              <a:rPr lang="en-US" sz="2000" dirty="0"/>
              <a:t>Going to Greater Houston Conventions, Art Fairs, Film Festivals, and promoting Garay LLC’s services.</a:t>
            </a:r>
          </a:p>
          <a:p>
            <a:pPr lvl="1"/>
            <a:r>
              <a:rPr lang="en-US" sz="2000" dirty="0"/>
              <a:t>Begins with a “Garay Everywhere” campaign where I make myself available in as many creative social events in Houston during the beginnings of Garay LLC</a:t>
            </a:r>
          </a:p>
          <a:p>
            <a:r>
              <a:rPr lang="en-US" sz="2000" dirty="0"/>
              <a:t>Billboards</a:t>
            </a:r>
          </a:p>
          <a:p>
            <a:pPr lvl="1"/>
            <a:r>
              <a:rPr lang="en-US" sz="2000" dirty="0"/>
              <a:t>Once a steady income is accomplished, begin spending for highway billboards</a:t>
            </a:r>
          </a:p>
          <a:p>
            <a:r>
              <a:rPr lang="en-US" sz="2000" dirty="0"/>
              <a:t>Free Seminars/Webinars</a:t>
            </a:r>
          </a:p>
          <a:p>
            <a:pPr lvl="1"/>
            <a:r>
              <a:rPr lang="en-US" sz="2000" dirty="0"/>
              <a:t>The glue of Garay LLC, will be the primary way to gain and maintain clients, can be set anywhere</a:t>
            </a:r>
          </a:p>
          <a:p>
            <a:pPr lvl="1"/>
            <a:endParaRPr lang="en-US" dirty="0"/>
          </a:p>
        </p:txBody>
      </p:sp>
      <p:pic>
        <p:nvPicPr>
          <p:cNvPr id="4" name="Picture 3" descr="A black and white drawing of a column&#10;&#10;AI-generated content may be incorrect.">
            <a:extLst>
              <a:ext uri="{FF2B5EF4-FFF2-40B4-BE49-F238E27FC236}">
                <a16:creationId xmlns:a16="http://schemas.microsoft.com/office/drawing/2014/main" id="{6F87D3B1-A792-E191-BC0D-2DE0814ADB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88570" cy="954831"/>
          </a:xfrm>
          <a:prstGeom prst="rect">
            <a:avLst/>
          </a:prstGeom>
        </p:spPr>
      </p:pic>
      <p:pic>
        <p:nvPicPr>
          <p:cNvPr id="5" name="Picture 4" descr="A black and white drawing of a column&#10;&#10;AI-generated content may be incorrect.">
            <a:extLst>
              <a:ext uri="{FF2B5EF4-FFF2-40B4-BE49-F238E27FC236}">
                <a16:creationId xmlns:a16="http://schemas.microsoft.com/office/drawing/2014/main" id="{A0856B52-7FDC-DDBE-1183-055A815B2B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3428" y="0"/>
            <a:ext cx="1088571" cy="954832"/>
          </a:xfrm>
          <a:prstGeom prst="rect">
            <a:avLst/>
          </a:prstGeom>
        </p:spPr>
      </p:pic>
      <p:pic>
        <p:nvPicPr>
          <p:cNvPr id="7" name="Picture 6" descr="A group of men sitting at a table&#10;&#10;AI-generated content may be incorrect.">
            <a:extLst>
              <a:ext uri="{FF2B5EF4-FFF2-40B4-BE49-F238E27FC236}">
                <a16:creationId xmlns:a16="http://schemas.microsoft.com/office/drawing/2014/main" id="{D0971730-6B8E-D9B4-8D75-A08EE99A84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58154"/>
            <a:ext cx="2266461" cy="169984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FDEBF5A-1F9A-0595-3D44-365DFD4AE976}"/>
              </a:ext>
            </a:extLst>
          </p:cNvPr>
          <p:cNvSpPr txBox="1"/>
          <p:nvPr/>
        </p:nvSpPr>
        <p:spPr>
          <a:xfrm>
            <a:off x="2359152" y="6488668"/>
            <a:ext cx="2046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Source: XenonX88</a:t>
            </a:r>
          </a:p>
        </p:txBody>
      </p:sp>
    </p:spTree>
    <p:extLst>
      <p:ext uri="{BB962C8B-B14F-4D97-AF65-F5344CB8AC3E}">
        <p14:creationId xmlns:p14="http://schemas.microsoft.com/office/powerpoint/2010/main" val="37000052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D512A-CA00-83A3-9CBF-307129D36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2B449-D4D8-4827-2B10-7E4DA63A8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“Garay Everywhere”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45F22-B133-1BEE-922E-942E26DA3C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26867"/>
          </a:xfrm>
        </p:spPr>
        <p:txBody>
          <a:bodyPr>
            <a:noAutofit/>
          </a:bodyPr>
          <a:lstStyle/>
          <a:p>
            <a:pPr marL="469900">
              <a:spcBef>
                <a:spcPts val="0"/>
              </a:spcBef>
              <a:buSzPts val="2000"/>
            </a:pPr>
            <a:r>
              <a:rPr lang="en-US" sz="2200" dirty="0"/>
              <a:t>(Based on the concept of Majima Everywhere System from Yakuza Kiwami)</a:t>
            </a:r>
          </a:p>
          <a:p>
            <a:pPr marL="469900">
              <a:spcBef>
                <a:spcPts val="0"/>
              </a:spcBef>
              <a:buSzPts val="2000"/>
            </a:pPr>
            <a:r>
              <a:rPr lang="en-US" sz="2200" dirty="0"/>
              <a:t>Show up in community events &amp; third places: </a:t>
            </a:r>
          </a:p>
          <a:p>
            <a:pPr marL="927100" lvl="1">
              <a:spcBef>
                <a:spcPts val="0"/>
              </a:spcBef>
              <a:buSzPts val="2000"/>
            </a:pPr>
            <a:r>
              <a:rPr lang="en-US" sz="2000" dirty="0"/>
              <a:t>Monthly Art Festivals, </a:t>
            </a:r>
          </a:p>
          <a:p>
            <a:pPr marL="927100" lvl="1">
              <a:spcBef>
                <a:spcPts val="0"/>
              </a:spcBef>
              <a:buSzPts val="2000"/>
            </a:pPr>
            <a:r>
              <a:rPr lang="en-US" sz="2000" dirty="0"/>
              <a:t>Conventions</a:t>
            </a:r>
          </a:p>
          <a:p>
            <a:pPr marL="927100" lvl="1">
              <a:spcBef>
                <a:spcPts val="0"/>
              </a:spcBef>
              <a:buSzPts val="2000"/>
            </a:pPr>
            <a:r>
              <a:rPr lang="en-US" sz="2000" dirty="0"/>
              <a:t>Comic Book stores</a:t>
            </a:r>
          </a:p>
          <a:p>
            <a:pPr marL="927100" lvl="1">
              <a:spcBef>
                <a:spcPts val="0"/>
              </a:spcBef>
              <a:buSzPts val="2000"/>
            </a:pPr>
            <a:r>
              <a:rPr lang="en-US" sz="2000" dirty="0"/>
              <a:t>Libraries</a:t>
            </a:r>
          </a:p>
          <a:p>
            <a:pPr marL="469900">
              <a:spcBef>
                <a:spcPts val="0"/>
              </a:spcBef>
              <a:buSzPts val="2000"/>
            </a:pPr>
            <a:r>
              <a:rPr lang="en-US" sz="2200" dirty="0"/>
              <a:t>Wear a Business Professional suit, and hand out flyers featuring information about Garay LLC</a:t>
            </a:r>
          </a:p>
          <a:p>
            <a:pPr marL="469900">
              <a:spcBef>
                <a:spcPts val="0"/>
              </a:spcBef>
              <a:buSzPts val="2000"/>
            </a:pPr>
            <a:r>
              <a:rPr lang="en-US" sz="2200" dirty="0"/>
              <a:t>Many flyers placed in the community centers and third places of various Greater Houston locations, such as: </a:t>
            </a:r>
          </a:p>
          <a:p>
            <a:pPr marL="927100" lvl="1">
              <a:spcBef>
                <a:spcPts val="0"/>
              </a:spcBef>
              <a:buSzPts val="2000"/>
            </a:pPr>
            <a:r>
              <a:rPr lang="en-US" sz="2000" dirty="0"/>
              <a:t>The Woodlands</a:t>
            </a:r>
          </a:p>
          <a:p>
            <a:pPr marL="927100" lvl="1">
              <a:spcBef>
                <a:spcPts val="0"/>
              </a:spcBef>
              <a:buSzPts val="2000"/>
            </a:pPr>
            <a:r>
              <a:rPr lang="en-US" sz="2000" dirty="0"/>
              <a:t>Humble</a:t>
            </a:r>
          </a:p>
          <a:p>
            <a:pPr marL="927100" lvl="1">
              <a:spcBef>
                <a:spcPts val="0"/>
              </a:spcBef>
              <a:buSzPts val="2000"/>
            </a:pPr>
            <a:r>
              <a:rPr lang="en-US" sz="2000" dirty="0"/>
              <a:t>Uptown Houston</a:t>
            </a:r>
          </a:p>
          <a:p>
            <a:pPr marL="927100" lvl="1">
              <a:spcBef>
                <a:spcPts val="0"/>
              </a:spcBef>
              <a:buSzPts val="2000"/>
            </a:pPr>
            <a:r>
              <a:rPr lang="en-US" sz="2000" dirty="0"/>
              <a:t>Downtown Houston</a:t>
            </a:r>
          </a:p>
          <a:p>
            <a:pPr marL="927100" lvl="1">
              <a:spcBef>
                <a:spcPts val="0"/>
              </a:spcBef>
              <a:buSzPts val="2000"/>
            </a:pPr>
            <a:r>
              <a:rPr lang="en-US" sz="2000" dirty="0"/>
              <a:t>Memorial City</a:t>
            </a:r>
          </a:p>
          <a:p>
            <a:pPr marL="927100" lvl="1">
              <a:spcBef>
                <a:spcPts val="0"/>
              </a:spcBef>
              <a:buSzPts val="2000"/>
            </a:pPr>
            <a:r>
              <a:rPr lang="en-US" sz="2000" dirty="0"/>
              <a:t>Katy</a:t>
            </a:r>
          </a:p>
          <a:p>
            <a:pPr marL="927100" lvl="1">
              <a:spcBef>
                <a:spcPts val="0"/>
              </a:spcBef>
              <a:buSzPts val="2000"/>
            </a:pPr>
            <a:r>
              <a:rPr lang="en-US" sz="2000" dirty="0"/>
              <a:t>Sugar Land</a:t>
            </a:r>
          </a:p>
        </p:txBody>
      </p:sp>
      <p:pic>
        <p:nvPicPr>
          <p:cNvPr id="4" name="Picture 3" descr="A black and white drawing of a column&#10;&#10;AI-generated content may be incorrect.">
            <a:extLst>
              <a:ext uri="{FF2B5EF4-FFF2-40B4-BE49-F238E27FC236}">
                <a16:creationId xmlns:a16="http://schemas.microsoft.com/office/drawing/2014/main" id="{B350C6D9-1C34-5D84-ADE2-8F012D1827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88570" cy="954831"/>
          </a:xfrm>
          <a:prstGeom prst="rect">
            <a:avLst/>
          </a:prstGeom>
        </p:spPr>
      </p:pic>
      <p:pic>
        <p:nvPicPr>
          <p:cNvPr id="5" name="Picture 4" descr="A black and white drawing of a column&#10;&#10;AI-generated content may be incorrect.">
            <a:extLst>
              <a:ext uri="{FF2B5EF4-FFF2-40B4-BE49-F238E27FC236}">
                <a16:creationId xmlns:a16="http://schemas.microsoft.com/office/drawing/2014/main" id="{3721BF4A-5EFF-3DB3-202E-9ADD0F49B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3428" y="0"/>
            <a:ext cx="1088571" cy="954832"/>
          </a:xfrm>
          <a:prstGeom prst="rect">
            <a:avLst/>
          </a:prstGeom>
        </p:spPr>
      </p:pic>
      <p:pic>
        <p:nvPicPr>
          <p:cNvPr id="1026" name="Picture 2" descr="A person in an eye patch&#10;&#10;AI-generated content may be incorrect.">
            <a:extLst>
              <a:ext uri="{FF2B5EF4-FFF2-40B4-BE49-F238E27FC236}">
                <a16:creationId xmlns:a16="http://schemas.microsoft.com/office/drawing/2014/main" id="{8691C707-56EF-B21B-2DCE-AC6F14EB68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4473939"/>
            <a:ext cx="4290646" cy="2413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1BF80FB-B61C-DA43-F2F3-5673D69F1273}"/>
              </a:ext>
            </a:extLst>
          </p:cNvPr>
          <p:cNvSpPr txBox="1"/>
          <p:nvPr/>
        </p:nvSpPr>
        <p:spPr>
          <a:xfrm>
            <a:off x="6705600" y="6488668"/>
            <a:ext cx="3280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Source: Ryu Ga </a:t>
            </a:r>
            <a:r>
              <a:rPr lang="en-US" dirty="0" err="1">
                <a:solidFill>
                  <a:schemeClr val="bg1"/>
                </a:solidFill>
              </a:rPr>
              <a:t>Gotoku</a:t>
            </a:r>
            <a:r>
              <a:rPr lang="en-US" dirty="0">
                <a:solidFill>
                  <a:schemeClr val="bg1"/>
                </a:solidFill>
              </a:rPr>
              <a:t> Studio</a:t>
            </a:r>
          </a:p>
        </p:txBody>
      </p:sp>
    </p:spTree>
    <p:extLst>
      <p:ext uri="{BB962C8B-B14F-4D97-AF65-F5344CB8AC3E}">
        <p14:creationId xmlns:p14="http://schemas.microsoft.com/office/powerpoint/2010/main" val="5233314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E5282-999A-DB17-99C4-5C577B143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/>
              <a:t>Socials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F32D0F-1511-7D60-B03A-155DD61325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Website: </a:t>
            </a:r>
            <a:r>
              <a:rPr lang="en-US" dirty="0">
                <a:hlinkClick r:id="rId2"/>
              </a:rPr>
              <a:t>https://sites.google.com/view/garay-llc/home</a:t>
            </a:r>
            <a:endParaRPr lang="en-US" dirty="0"/>
          </a:p>
          <a:p>
            <a:pPr lvl="1"/>
            <a:r>
              <a:rPr lang="en-US" dirty="0"/>
              <a:t>The Home Base for Garay LLC. A work in progress.</a:t>
            </a:r>
          </a:p>
          <a:p>
            <a:r>
              <a:rPr lang="en-US" dirty="0"/>
              <a:t>Twitter (X): </a:t>
            </a:r>
            <a:r>
              <a:rPr lang="en-US" dirty="0">
                <a:hlinkClick r:id="rId3"/>
              </a:rPr>
              <a:t>https://x.com/TheGarayLLC</a:t>
            </a:r>
            <a:endParaRPr lang="en-US" dirty="0"/>
          </a:p>
          <a:p>
            <a:pPr lvl="1"/>
            <a:r>
              <a:rPr lang="en-US" dirty="0"/>
              <a:t>Twitter has a high install base and is one of the most used websites for artists.</a:t>
            </a:r>
          </a:p>
          <a:p>
            <a:r>
              <a:rPr lang="en-US" dirty="0"/>
              <a:t>Medium: </a:t>
            </a:r>
            <a:r>
              <a:rPr lang="en-US" dirty="0">
                <a:hlinkClick r:id="rId4"/>
              </a:rPr>
              <a:t>https://medium.com/@thegarayllc</a:t>
            </a:r>
            <a:endParaRPr lang="en-US" dirty="0"/>
          </a:p>
          <a:p>
            <a:pPr lvl="1"/>
            <a:r>
              <a:rPr lang="en-US" dirty="0"/>
              <a:t>Medium is a blogging website, and those interested in blogging and writing are a prime audience for an IP lawyer.</a:t>
            </a:r>
          </a:p>
          <a:p>
            <a:r>
              <a:rPr lang="en-US" dirty="0"/>
              <a:t>Substack: </a:t>
            </a:r>
            <a:r>
              <a:rPr lang="en-US" dirty="0">
                <a:hlinkClick r:id="rId5"/>
              </a:rPr>
              <a:t>https://garayllc.substack.com/</a:t>
            </a:r>
            <a:endParaRPr lang="en-US" dirty="0"/>
          </a:p>
          <a:p>
            <a:pPr lvl="1"/>
            <a:r>
              <a:rPr lang="en-US" dirty="0"/>
              <a:t>Substack has the infrastructure to provide subscription-based content and can be used to provide notifications to Garay LLC followers.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 descr="A black and white drawing of a column&#10;&#10;AI-generated content may be incorrect.">
            <a:extLst>
              <a:ext uri="{FF2B5EF4-FFF2-40B4-BE49-F238E27FC236}">
                <a16:creationId xmlns:a16="http://schemas.microsoft.com/office/drawing/2014/main" id="{04BD03CB-5660-E0D7-D796-27AF09CB74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03428" y="0"/>
            <a:ext cx="1088571" cy="954832"/>
          </a:xfrm>
          <a:prstGeom prst="rect">
            <a:avLst/>
          </a:prstGeom>
        </p:spPr>
      </p:pic>
      <p:pic>
        <p:nvPicPr>
          <p:cNvPr id="5" name="Picture 4" descr="A black and white drawing of a column&#10;&#10;AI-generated content may be incorrect.">
            <a:extLst>
              <a:ext uri="{FF2B5EF4-FFF2-40B4-BE49-F238E27FC236}">
                <a16:creationId xmlns:a16="http://schemas.microsoft.com/office/drawing/2014/main" id="{722A4EA3-64E6-1E01-ADF6-C5F73FF799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088570" cy="954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4468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C0901-CCC7-4052-4BDF-1D92C9777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Potential Collaborators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7DEA2-42ED-88D3-FAB5-D39C21B8B2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42950" lvl="1" indent="-285750">
              <a:spcBef>
                <a:spcPts val="960"/>
              </a:spcBef>
              <a:buSzPts val="1800"/>
            </a:pPr>
            <a:r>
              <a:rPr lang="en-US" dirty="0"/>
              <a:t>Houston Intellectual Property Law Association (HIPLA)</a:t>
            </a:r>
          </a:p>
          <a:p>
            <a:pPr marL="1200150" lvl="2" indent="-285750">
              <a:spcBef>
                <a:spcPts val="960"/>
              </a:spcBef>
              <a:buSzPts val="1800"/>
            </a:pPr>
            <a:r>
              <a:rPr lang="en-US" sz="1800" dirty="0"/>
              <a:t>HIPLA “promotes the development and understanding of intellectual property law”, and can assist the development Garay LLC.</a:t>
            </a:r>
            <a:endParaRPr lang="en-US" dirty="0"/>
          </a:p>
          <a:p>
            <a:pPr marL="1200150" lvl="2" indent="-285750">
              <a:spcBef>
                <a:spcPts val="960"/>
              </a:spcBef>
            </a:pPr>
            <a:r>
              <a:rPr lang="en-US" dirty="0">
                <a:hlinkClick r:id="rId2"/>
              </a:rPr>
              <a:t>https://hipla.org/</a:t>
            </a:r>
            <a:endParaRPr lang="en-US" dirty="0"/>
          </a:p>
          <a:p>
            <a:pPr marL="742950" lvl="1" indent="-285750">
              <a:spcBef>
                <a:spcPts val="960"/>
              </a:spcBef>
            </a:pPr>
            <a:r>
              <a:rPr lang="en-US" dirty="0"/>
              <a:t>Institute for Intellectual Property &amp; Information Law (IPIL)</a:t>
            </a:r>
          </a:p>
          <a:p>
            <a:pPr marL="1200150" lvl="2" indent="-285750">
              <a:spcBef>
                <a:spcPts val="960"/>
              </a:spcBef>
              <a:buSzPts val="1800"/>
            </a:pPr>
            <a:r>
              <a:rPr lang="en-US" sz="1800" dirty="0"/>
              <a:t>IPIL is the institute within the University of Houston that teaches Intellectual property &amp; Information Law and is a lynchpin of information for Garay LLC.</a:t>
            </a:r>
            <a:endParaRPr lang="en-US" dirty="0"/>
          </a:p>
          <a:p>
            <a:pPr marL="1200150" lvl="2" indent="-285750">
              <a:spcBef>
                <a:spcPts val="960"/>
              </a:spcBef>
            </a:pPr>
            <a:r>
              <a:rPr lang="en-US" sz="1800" dirty="0">
                <a:hlinkClick r:id="rId3"/>
              </a:rPr>
              <a:t>https://www.law.uh.edu/ipil/</a:t>
            </a:r>
            <a:endParaRPr lang="en-US" dirty="0"/>
          </a:p>
        </p:txBody>
      </p:sp>
      <p:pic>
        <p:nvPicPr>
          <p:cNvPr id="4" name="Picture 3" descr="A black and white drawing of a column&#10;&#10;AI-generated content may be incorrect.">
            <a:extLst>
              <a:ext uri="{FF2B5EF4-FFF2-40B4-BE49-F238E27FC236}">
                <a16:creationId xmlns:a16="http://schemas.microsoft.com/office/drawing/2014/main" id="{E8110A1B-362C-AE58-66FB-2271DDB98B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088570" cy="954831"/>
          </a:xfrm>
          <a:prstGeom prst="rect">
            <a:avLst/>
          </a:prstGeom>
        </p:spPr>
      </p:pic>
      <p:pic>
        <p:nvPicPr>
          <p:cNvPr id="5" name="Picture 4" descr="A black and white drawing of a column&#10;&#10;AI-generated content may be incorrect.">
            <a:extLst>
              <a:ext uri="{FF2B5EF4-FFF2-40B4-BE49-F238E27FC236}">
                <a16:creationId xmlns:a16="http://schemas.microsoft.com/office/drawing/2014/main" id="{057DFCEE-F78E-3BD4-2E16-08A6FDC46D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3428" y="0"/>
            <a:ext cx="1088571" cy="954832"/>
          </a:xfrm>
          <a:prstGeom prst="rect">
            <a:avLst/>
          </a:prstGeom>
        </p:spPr>
      </p:pic>
      <p:pic>
        <p:nvPicPr>
          <p:cNvPr id="7" name="Picture 6" descr="A logo with a star and a circle&#10;&#10;AI-generated content may be incorrect.">
            <a:extLst>
              <a:ext uri="{FF2B5EF4-FFF2-40B4-BE49-F238E27FC236}">
                <a16:creationId xmlns:a16="http://schemas.microsoft.com/office/drawing/2014/main" id="{31F84841-DE92-CE5A-1847-C0DC689CE7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95900"/>
            <a:ext cx="4038600" cy="1562100"/>
          </a:xfrm>
          <a:prstGeom prst="rect">
            <a:avLst/>
          </a:prstGeom>
        </p:spPr>
      </p:pic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FC87FD36-EA6C-7200-FBC1-B6050CAA86B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2768" y="5272433"/>
            <a:ext cx="4689231" cy="1585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2863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22502-5528-743D-D5E8-487AB3DFA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2BFD6-0548-DB11-B072-B981DCFCB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/>
              <a:t>Upscaling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93F7D-7D0F-567E-BD95-F59E599898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As Garay LLC grows, potential room for expansion throughout Texas:</a:t>
            </a:r>
          </a:p>
          <a:p>
            <a:pPr lvl="1"/>
            <a:r>
              <a:rPr lang="en-US" dirty="0"/>
              <a:t>Austin</a:t>
            </a:r>
          </a:p>
          <a:p>
            <a:pPr lvl="1"/>
            <a:r>
              <a:rPr lang="en-US" dirty="0"/>
              <a:t>Dallas &amp; Fort Worth</a:t>
            </a:r>
          </a:p>
          <a:p>
            <a:pPr lvl="1"/>
            <a:r>
              <a:rPr lang="en-US" dirty="0"/>
              <a:t>San Antonio</a:t>
            </a:r>
          </a:p>
          <a:p>
            <a:pPr lvl="1"/>
            <a:r>
              <a:rPr lang="en-US" dirty="0"/>
              <a:t>Lubbock</a:t>
            </a:r>
          </a:p>
          <a:p>
            <a:r>
              <a:rPr lang="en-US" dirty="0"/>
              <a:t>And beyond:</a:t>
            </a:r>
          </a:p>
          <a:p>
            <a:pPr lvl="1"/>
            <a:r>
              <a:rPr lang="en-US" dirty="0"/>
              <a:t>California &amp; Georgia</a:t>
            </a:r>
          </a:p>
          <a:p>
            <a:pPr lvl="1"/>
            <a:r>
              <a:rPr lang="en-US" dirty="0"/>
              <a:t>More generally, the South, such as New Mexico, Louisiana, Mississippi, Tennessee</a:t>
            </a:r>
          </a:p>
        </p:txBody>
      </p:sp>
      <p:pic>
        <p:nvPicPr>
          <p:cNvPr id="4" name="Picture 3" descr="A black and white drawing of a column&#10;&#10;AI-generated content may be incorrect.">
            <a:extLst>
              <a:ext uri="{FF2B5EF4-FFF2-40B4-BE49-F238E27FC236}">
                <a16:creationId xmlns:a16="http://schemas.microsoft.com/office/drawing/2014/main" id="{EBFBA22A-B9A3-1626-9BCD-1DA419963E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3428" y="0"/>
            <a:ext cx="1088571" cy="954832"/>
          </a:xfrm>
          <a:prstGeom prst="rect">
            <a:avLst/>
          </a:prstGeom>
        </p:spPr>
      </p:pic>
      <p:pic>
        <p:nvPicPr>
          <p:cNvPr id="5" name="Picture 4" descr="A black and white drawing of a column&#10;&#10;AI-generated content may be incorrect.">
            <a:extLst>
              <a:ext uri="{FF2B5EF4-FFF2-40B4-BE49-F238E27FC236}">
                <a16:creationId xmlns:a16="http://schemas.microsoft.com/office/drawing/2014/main" id="{8B12AA18-99FE-1AC0-173E-A3744F652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88570" cy="954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360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05960-DB15-DD74-920E-2E533E2A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Any Questions?</a:t>
            </a:r>
          </a:p>
        </p:txBody>
      </p:sp>
      <p:pic>
        <p:nvPicPr>
          <p:cNvPr id="5" name="Picture 4" descr="A black and white vertical lines&#10;&#10;AI-generated content may be incorrect.">
            <a:extLst>
              <a:ext uri="{FF2B5EF4-FFF2-40B4-BE49-F238E27FC236}">
                <a16:creationId xmlns:a16="http://schemas.microsoft.com/office/drawing/2014/main" id="{530C53F2-2DA2-D91D-25C3-F6BF879D42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469572" cy="6858002"/>
          </a:xfrm>
          <a:prstGeom prst="rect">
            <a:avLst/>
          </a:prstGeom>
        </p:spPr>
      </p:pic>
      <p:pic>
        <p:nvPicPr>
          <p:cNvPr id="6" name="Picture 5" descr="A black and white vertical lines&#10;&#10;AI-generated content may be incorrect.">
            <a:extLst>
              <a:ext uri="{FF2B5EF4-FFF2-40B4-BE49-F238E27FC236}">
                <a16:creationId xmlns:a16="http://schemas.microsoft.com/office/drawing/2014/main" id="{CC57EFBE-50D9-B664-3371-CA4E4E5DC9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2428" y="0"/>
            <a:ext cx="14695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8147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54AA3-8287-13FA-DC67-053F4D006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E2F35-D659-C553-BD78-05E8ED02E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Thank you.</a:t>
            </a:r>
          </a:p>
        </p:txBody>
      </p:sp>
      <p:pic>
        <p:nvPicPr>
          <p:cNvPr id="5" name="Picture 4" descr="A black and white vertical lines&#10;&#10;AI-generated content may be incorrect.">
            <a:extLst>
              <a:ext uri="{FF2B5EF4-FFF2-40B4-BE49-F238E27FC236}">
                <a16:creationId xmlns:a16="http://schemas.microsoft.com/office/drawing/2014/main" id="{E850A7F9-CD72-6650-E37C-856C3AB83E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469572" cy="6858002"/>
          </a:xfrm>
          <a:prstGeom prst="rect">
            <a:avLst/>
          </a:prstGeom>
        </p:spPr>
      </p:pic>
      <p:pic>
        <p:nvPicPr>
          <p:cNvPr id="6" name="Picture 5" descr="A black and white vertical lines&#10;&#10;AI-generated content may be incorrect.">
            <a:extLst>
              <a:ext uri="{FF2B5EF4-FFF2-40B4-BE49-F238E27FC236}">
                <a16:creationId xmlns:a16="http://schemas.microsoft.com/office/drawing/2014/main" id="{0C32E40A-61AA-6534-F29E-F72C8D34CA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2428" y="0"/>
            <a:ext cx="1469572" cy="6858000"/>
          </a:xfrm>
          <a:prstGeom prst="rect">
            <a:avLst/>
          </a:prstGeom>
        </p:spPr>
      </p:pic>
      <p:pic>
        <p:nvPicPr>
          <p:cNvPr id="3" name="Picture 2" descr="A city skyline with tall buildings&#10;&#10;AI-generated content may be incorrect.">
            <a:extLst>
              <a:ext uri="{FF2B5EF4-FFF2-40B4-BE49-F238E27FC236}">
                <a16:creationId xmlns:a16="http://schemas.microsoft.com/office/drawing/2014/main" id="{7AEC870A-31D4-878F-4F5F-19973DBC55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82711"/>
            <a:ext cx="12192000" cy="4075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694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Houston Color">
      <a:dk1>
        <a:sysClr val="windowText" lastClr="000000"/>
      </a:dk1>
      <a:lt1>
        <a:sysClr val="window" lastClr="FFFFFF"/>
      </a:lt1>
      <a:dk2>
        <a:srgbClr val="2F4C9D"/>
      </a:dk2>
      <a:lt2>
        <a:srgbClr val="B0B4B7"/>
      </a:lt2>
      <a:accent1>
        <a:srgbClr val="2E4B9C"/>
      </a:accent1>
      <a:accent2>
        <a:srgbClr val="605440"/>
      </a:accent2>
      <a:accent3>
        <a:srgbClr val="E1DDC2"/>
      </a:accent3>
      <a:accent4>
        <a:srgbClr val="7B8CBB"/>
      </a:accent4>
      <a:accent5>
        <a:srgbClr val="C3B16E"/>
      </a:accent5>
      <a:accent6>
        <a:srgbClr val="153D64"/>
      </a:accent6>
      <a:hlink>
        <a:srgbClr val="535D7E"/>
      </a:hlink>
      <a:folHlink>
        <a:srgbClr val="96607D"/>
      </a:folHlink>
    </a:clrScheme>
    <a:fontScheme name="Custom 1">
      <a:majorFont>
        <a:latin typeface="Georgia Pro"/>
        <a:ea typeface=""/>
        <a:cs typeface=""/>
      </a:majorFont>
      <a:minorFont>
        <a:latin typeface="Helvetic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1842</TotalTime>
  <Words>694</Words>
  <Application>Microsoft Office PowerPoint</Application>
  <PresentationFormat>Widescreen</PresentationFormat>
  <Paragraphs>104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Georgia Pro</vt:lpstr>
      <vt:lpstr>Helvetica Light</vt:lpstr>
      <vt:lpstr>Office Theme</vt:lpstr>
      <vt:lpstr>Garay LLC</vt:lpstr>
      <vt:lpstr> Texas Senate Bill - 2025</vt:lpstr>
      <vt:lpstr>What is Garay LLC?</vt:lpstr>
      <vt:lpstr>Why Houston?</vt:lpstr>
      <vt:lpstr>Business Model: B2C</vt:lpstr>
      <vt:lpstr>Framework </vt:lpstr>
      <vt:lpstr>Estimated Budget to Start: $17,105</vt:lpstr>
      <vt:lpstr>Promotional Activity</vt:lpstr>
      <vt:lpstr>“Garay Everywhere”</vt:lpstr>
      <vt:lpstr>Socials</vt:lpstr>
      <vt:lpstr>Potential Collaborators</vt:lpstr>
      <vt:lpstr>Upscaling</vt:lpstr>
      <vt:lpstr>Any Questions?</vt:lpstr>
      <vt:lpstr>Thank you.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Alexis Garay</dc:creator>
  <cp:lastModifiedBy>Alexis Garay</cp:lastModifiedBy>
  <cp:revision>1</cp:revision>
  <dcterms:created xsi:type="dcterms:W3CDTF">2025-11-30T22:48:16Z</dcterms:created>
  <dcterms:modified xsi:type="dcterms:W3CDTF">2025-12-02T05:30:51Z</dcterms:modified>
</cp:coreProperties>
</file>